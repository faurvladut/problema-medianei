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5C95C-2775-4C3A-AB86-3EB33383017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73DEBDA-A514-4534-A884-ED079A622293}">
      <dgm:prSet/>
      <dgm:spPr/>
      <dgm:t>
        <a:bodyPr/>
        <a:lstStyle/>
        <a:p>
          <a:r>
            <a:rPr lang="ro-RO" b="0" i="0" baseline="0"/>
            <a:t>Problema: determinarea poziției optime a unei facilități într-un plan 2D</a:t>
          </a:r>
          <a:endParaRPr lang="en-US"/>
        </a:p>
      </dgm:t>
    </dgm:pt>
    <dgm:pt modelId="{73917DA5-542C-4C5A-9DF7-4CC33F4151AD}" type="parTrans" cxnId="{998647D2-77F2-4A5C-894D-641BCD6EC160}">
      <dgm:prSet/>
      <dgm:spPr/>
      <dgm:t>
        <a:bodyPr/>
        <a:lstStyle/>
        <a:p>
          <a:endParaRPr lang="en-US"/>
        </a:p>
      </dgm:t>
    </dgm:pt>
    <dgm:pt modelId="{734EF191-FAD9-4035-A30E-E555077B0737}" type="sibTrans" cxnId="{998647D2-77F2-4A5C-894D-641BCD6EC160}">
      <dgm:prSet/>
      <dgm:spPr/>
      <dgm:t>
        <a:bodyPr/>
        <a:lstStyle/>
        <a:p>
          <a:endParaRPr lang="en-US"/>
        </a:p>
      </dgm:t>
    </dgm:pt>
    <dgm:pt modelId="{1D771423-DB7C-4028-A984-17C42701F820}">
      <dgm:prSet/>
      <dgm:spPr/>
      <dgm:t>
        <a:bodyPr/>
        <a:lstStyle/>
        <a:p>
          <a:r>
            <a:rPr lang="ro-RO" b="0" i="0" baseline="0"/>
            <a:t>Date de intrare:</a:t>
          </a:r>
          <a:endParaRPr lang="en-US"/>
        </a:p>
      </dgm:t>
    </dgm:pt>
    <dgm:pt modelId="{3E859B07-B31C-4682-8373-2C719D9D6781}" type="parTrans" cxnId="{EB9925D0-CD97-4D4B-9217-E8CC3F6EF060}">
      <dgm:prSet/>
      <dgm:spPr/>
      <dgm:t>
        <a:bodyPr/>
        <a:lstStyle/>
        <a:p>
          <a:endParaRPr lang="en-US"/>
        </a:p>
      </dgm:t>
    </dgm:pt>
    <dgm:pt modelId="{81AA4B9F-5FB8-462F-BD98-3303AD8C5593}" type="sibTrans" cxnId="{EB9925D0-CD97-4D4B-9217-E8CC3F6EF060}">
      <dgm:prSet/>
      <dgm:spPr/>
      <dgm:t>
        <a:bodyPr/>
        <a:lstStyle/>
        <a:p>
          <a:endParaRPr lang="en-US"/>
        </a:p>
      </dgm:t>
    </dgm:pt>
    <dgm:pt modelId="{FF2D8986-0585-46E7-804A-9C456E5960AE}">
      <dgm:prSet/>
      <dgm:spPr/>
      <dgm:t>
        <a:bodyPr/>
        <a:lstStyle/>
        <a:p>
          <a:r>
            <a:rPr lang="ro-RO" b="0" i="0" baseline="0"/>
            <a:t>un set de puncte fixe (clienți / cerere)</a:t>
          </a:r>
          <a:endParaRPr lang="en-US"/>
        </a:p>
      </dgm:t>
    </dgm:pt>
    <dgm:pt modelId="{BE405676-8DE7-49F6-80F1-85CB0C8A7640}" type="parTrans" cxnId="{F31C0568-19EF-4FC9-B725-174FA0096E64}">
      <dgm:prSet/>
      <dgm:spPr/>
      <dgm:t>
        <a:bodyPr/>
        <a:lstStyle/>
        <a:p>
          <a:endParaRPr lang="en-US"/>
        </a:p>
      </dgm:t>
    </dgm:pt>
    <dgm:pt modelId="{17E303B0-64F8-4CDF-9968-6FF5A889B573}" type="sibTrans" cxnId="{F31C0568-19EF-4FC9-B725-174FA0096E64}">
      <dgm:prSet/>
      <dgm:spPr/>
      <dgm:t>
        <a:bodyPr/>
        <a:lstStyle/>
        <a:p>
          <a:endParaRPr lang="en-US"/>
        </a:p>
      </dgm:t>
    </dgm:pt>
    <dgm:pt modelId="{63F54E9C-40EE-42F2-A262-A6A3FE4BC702}">
      <dgm:prSet/>
      <dgm:spPr/>
      <dgm:t>
        <a:bodyPr/>
        <a:lstStyle/>
        <a:p>
          <a:r>
            <a:rPr lang="ro-RO" b="1" i="0" baseline="0"/>
            <a:t>Reprezentarea individului:</a:t>
          </a:r>
          <a:endParaRPr lang="en-US"/>
        </a:p>
      </dgm:t>
    </dgm:pt>
    <dgm:pt modelId="{45D3BC58-85CB-43BB-ADA2-AE98F4DAD1F6}" type="parTrans" cxnId="{5AB6C21D-0357-40BD-98EC-8B8844ECEDB1}">
      <dgm:prSet/>
      <dgm:spPr/>
      <dgm:t>
        <a:bodyPr/>
        <a:lstStyle/>
        <a:p>
          <a:endParaRPr lang="en-US"/>
        </a:p>
      </dgm:t>
    </dgm:pt>
    <dgm:pt modelId="{D186FA3A-2930-4812-B957-58FAE8181DDE}" type="sibTrans" cxnId="{5AB6C21D-0357-40BD-98EC-8B8844ECEDB1}">
      <dgm:prSet/>
      <dgm:spPr/>
      <dgm:t>
        <a:bodyPr/>
        <a:lstStyle/>
        <a:p>
          <a:endParaRPr lang="en-US"/>
        </a:p>
      </dgm:t>
    </dgm:pt>
    <dgm:pt modelId="{FD4BDCBD-C945-4907-B62D-7F01B4442D23}">
      <dgm:prSet/>
      <dgm:spPr/>
      <dgm:t>
        <a:bodyPr/>
        <a:lstStyle/>
        <a:p>
          <a:r>
            <a:rPr lang="ro-RO" b="0" i="0" baseline="0"/>
            <a:t>un individ este un punct din plan:</a:t>
          </a:r>
          <a:endParaRPr lang="en-US"/>
        </a:p>
      </dgm:t>
    </dgm:pt>
    <dgm:pt modelId="{E4C43A95-0389-4973-A713-E9D4798F9217}" type="parTrans" cxnId="{4D2833A4-BBF6-4D93-82FD-8D2DBB7DF7A0}">
      <dgm:prSet/>
      <dgm:spPr/>
      <dgm:t>
        <a:bodyPr/>
        <a:lstStyle/>
        <a:p>
          <a:endParaRPr lang="en-US"/>
        </a:p>
      </dgm:t>
    </dgm:pt>
    <dgm:pt modelId="{935E9045-8FB8-4353-BBD4-4590E9DEBB41}" type="sibTrans" cxnId="{4D2833A4-BBF6-4D93-82FD-8D2DBB7DF7A0}">
      <dgm:prSet/>
      <dgm:spPr/>
      <dgm:t>
        <a:bodyPr/>
        <a:lstStyle/>
        <a:p>
          <a:endParaRPr lang="en-US"/>
        </a:p>
      </dgm:t>
    </dgm:pt>
    <dgm:pt modelId="{A41C5474-63D4-4375-8382-6D94D55C1EE7}">
      <dgm:prSet/>
      <dgm:spPr/>
      <dgm:t>
        <a:bodyPr/>
        <a:lstStyle/>
        <a:p>
          <a:r>
            <a:rPr lang="ro-RO" b="0" i="0" baseline="0" dirty="0"/>
            <a:t>p=(x,y) </a:t>
          </a:r>
          <a:endParaRPr lang="en-US" dirty="0"/>
        </a:p>
      </dgm:t>
    </dgm:pt>
    <dgm:pt modelId="{70910016-03DE-4C3F-A4B4-2ABCA03AC15E}" type="parTrans" cxnId="{CA35DC73-EFCE-4272-9AE2-2E9C9F9967C9}">
      <dgm:prSet/>
      <dgm:spPr/>
      <dgm:t>
        <a:bodyPr/>
        <a:lstStyle/>
        <a:p>
          <a:endParaRPr lang="en-US"/>
        </a:p>
      </dgm:t>
    </dgm:pt>
    <dgm:pt modelId="{C0D488CC-EE66-4F7E-9240-DF6836863994}" type="sibTrans" cxnId="{CA35DC73-EFCE-4272-9AE2-2E9C9F9967C9}">
      <dgm:prSet/>
      <dgm:spPr/>
      <dgm:t>
        <a:bodyPr/>
        <a:lstStyle/>
        <a:p>
          <a:endParaRPr lang="en-US"/>
        </a:p>
      </dgm:t>
    </dgm:pt>
    <dgm:pt modelId="{3545E9A2-A8D6-4F2B-AF8E-50E52FD096F2}">
      <dgm:prSet/>
      <dgm:spPr/>
      <dgm:t>
        <a:bodyPr/>
        <a:lstStyle/>
        <a:p>
          <a:r>
            <a:rPr lang="ro-RO" b="0" i="0" baseline="0"/>
            <a:t>coordonatele sunt valori reale (problemă continuă)</a:t>
          </a:r>
          <a:endParaRPr lang="en-US"/>
        </a:p>
      </dgm:t>
    </dgm:pt>
    <dgm:pt modelId="{1CDF4C06-2D65-4CBA-8043-E10D3725235E}" type="parTrans" cxnId="{C3832FA2-3D52-4052-9123-6BF0E76D4A8A}">
      <dgm:prSet/>
      <dgm:spPr/>
      <dgm:t>
        <a:bodyPr/>
        <a:lstStyle/>
        <a:p>
          <a:endParaRPr lang="en-US"/>
        </a:p>
      </dgm:t>
    </dgm:pt>
    <dgm:pt modelId="{D5075EDE-5FB4-4B80-A4FD-26D3AA674DC4}" type="sibTrans" cxnId="{C3832FA2-3D52-4052-9123-6BF0E76D4A8A}">
      <dgm:prSet/>
      <dgm:spPr/>
      <dgm:t>
        <a:bodyPr/>
        <a:lstStyle/>
        <a:p>
          <a:endParaRPr lang="en-US"/>
        </a:p>
      </dgm:t>
    </dgm:pt>
    <dgm:pt modelId="{78CF8BDC-763E-4F85-B684-D42AC8F38DBB}">
      <dgm:prSet/>
      <dgm:spPr/>
      <dgm:t>
        <a:bodyPr/>
        <a:lstStyle/>
        <a:p>
          <a:r>
            <a:rPr lang="ro-RO" b="0" i="0" baseline="0"/>
            <a:t>Populația inițială:</a:t>
          </a:r>
          <a:endParaRPr lang="en-US"/>
        </a:p>
      </dgm:t>
    </dgm:pt>
    <dgm:pt modelId="{C8108629-1E56-47C3-BD20-CEFB8B4C27A3}" type="parTrans" cxnId="{EECDA787-50C3-417D-BB8C-F202C36E10DC}">
      <dgm:prSet/>
      <dgm:spPr/>
      <dgm:t>
        <a:bodyPr/>
        <a:lstStyle/>
        <a:p>
          <a:endParaRPr lang="en-US"/>
        </a:p>
      </dgm:t>
    </dgm:pt>
    <dgm:pt modelId="{C0E7CA63-0DE5-4DE1-950F-D6D610436C04}" type="sibTrans" cxnId="{EECDA787-50C3-417D-BB8C-F202C36E10DC}">
      <dgm:prSet/>
      <dgm:spPr/>
      <dgm:t>
        <a:bodyPr/>
        <a:lstStyle/>
        <a:p>
          <a:endParaRPr lang="en-US"/>
        </a:p>
      </dgm:t>
    </dgm:pt>
    <dgm:pt modelId="{BF0E6564-D208-49CF-86AA-9E394551B17E}">
      <dgm:prSet/>
      <dgm:spPr/>
      <dgm:t>
        <a:bodyPr/>
        <a:lstStyle/>
        <a:p>
          <a:r>
            <a:rPr lang="ro-RO" b="0" i="0" baseline="0"/>
            <a:t>puncte generate aleator în interiorul domeniului definit de date</a:t>
          </a:r>
          <a:endParaRPr lang="en-US"/>
        </a:p>
      </dgm:t>
    </dgm:pt>
    <dgm:pt modelId="{2D2C75D3-18FE-4975-889A-ABAAB8CA467C}" type="parTrans" cxnId="{46A45D18-D1A2-45CE-AED8-393A4F7049DE}">
      <dgm:prSet/>
      <dgm:spPr/>
      <dgm:t>
        <a:bodyPr/>
        <a:lstStyle/>
        <a:p>
          <a:endParaRPr lang="en-US"/>
        </a:p>
      </dgm:t>
    </dgm:pt>
    <dgm:pt modelId="{64D0E037-50D9-47EC-B302-2EE9E74B1C42}" type="sibTrans" cxnId="{46A45D18-D1A2-45CE-AED8-393A4F7049DE}">
      <dgm:prSet/>
      <dgm:spPr/>
      <dgm:t>
        <a:bodyPr/>
        <a:lstStyle/>
        <a:p>
          <a:endParaRPr lang="en-US"/>
        </a:p>
      </dgm:t>
    </dgm:pt>
    <dgm:pt modelId="{46C582FA-BCF6-4270-802C-8D4F6A8207E1}">
      <dgm:prSet/>
      <dgm:spPr/>
      <dgm:t>
        <a:bodyPr/>
        <a:lstStyle/>
        <a:p>
          <a:r>
            <a:rPr lang="ro-RO" b="0" i="0" baseline="0" dirty="0"/>
            <a:t>Fiecare individ reprezintă o posibilă locație </a:t>
          </a:r>
          <a:endParaRPr lang="en-US" dirty="0"/>
        </a:p>
      </dgm:t>
    </dgm:pt>
    <dgm:pt modelId="{E651EC32-D736-4B55-8CBC-E32A1AC8BF71}" type="parTrans" cxnId="{AF9D8CAE-EF61-4A5D-974C-1891AAEE2030}">
      <dgm:prSet/>
      <dgm:spPr/>
      <dgm:t>
        <a:bodyPr/>
        <a:lstStyle/>
        <a:p>
          <a:endParaRPr lang="en-US"/>
        </a:p>
      </dgm:t>
    </dgm:pt>
    <dgm:pt modelId="{A8360E41-9999-4C8E-8F37-18E29DABC961}" type="sibTrans" cxnId="{AF9D8CAE-EF61-4A5D-974C-1891AAEE2030}">
      <dgm:prSet/>
      <dgm:spPr/>
      <dgm:t>
        <a:bodyPr/>
        <a:lstStyle/>
        <a:p>
          <a:endParaRPr lang="en-US"/>
        </a:p>
      </dgm:t>
    </dgm:pt>
    <dgm:pt modelId="{1030C025-5B15-47BF-A573-E52B159BC865}" type="pres">
      <dgm:prSet presAssocID="{18E5C95C-2775-4C3A-AB86-3EB333830175}" presName="Name0" presStyleCnt="0">
        <dgm:presLayoutVars>
          <dgm:dir/>
          <dgm:resizeHandles val="exact"/>
        </dgm:presLayoutVars>
      </dgm:prSet>
      <dgm:spPr/>
    </dgm:pt>
    <dgm:pt modelId="{77A5A142-7F03-438B-88BD-2A5FC54E6BE2}" type="pres">
      <dgm:prSet presAssocID="{A73DEBDA-A514-4534-A884-ED079A622293}" presName="node" presStyleLbl="node1" presStyleIdx="0" presStyleCnt="10">
        <dgm:presLayoutVars>
          <dgm:bulletEnabled val="1"/>
        </dgm:presLayoutVars>
      </dgm:prSet>
      <dgm:spPr/>
    </dgm:pt>
    <dgm:pt modelId="{2C21782C-0664-4F22-8DB8-0A29EF44F1CD}" type="pres">
      <dgm:prSet presAssocID="{734EF191-FAD9-4035-A30E-E555077B0737}" presName="sibTrans" presStyleLbl="sibTrans1D1" presStyleIdx="0" presStyleCnt="9"/>
      <dgm:spPr/>
    </dgm:pt>
    <dgm:pt modelId="{CB215050-B78A-4315-90D6-83A1AC39C04F}" type="pres">
      <dgm:prSet presAssocID="{734EF191-FAD9-4035-A30E-E555077B0737}" presName="connectorText" presStyleLbl="sibTrans1D1" presStyleIdx="0" presStyleCnt="9"/>
      <dgm:spPr/>
    </dgm:pt>
    <dgm:pt modelId="{D12C5222-2240-4E1E-B2E9-5DA42ABD5B77}" type="pres">
      <dgm:prSet presAssocID="{1D771423-DB7C-4028-A984-17C42701F820}" presName="node" presStyleLbl="node1" presStyleIdx="1" presStyleCnt="10">
        <dgm:presLayoutVars>
          <dgm:bulletEnabled val="1"/>
        </dgm:presLayoutVars>
      </dgm:prSet>
      <dgm:spPr/>
    </dgm:pt>
    <dgm:pt modelId="{1DD8D9DC-D3A7-493E-AB24-DB869BA094CD}" type="pres">
      <dgm:prSet presAssocID="{81AA4B9F-5FB8-462F-BD98-3303AD8C5593}" presName="sibTrans" presStyleLbl="sibTrans1D1" presStyleIdx="1" presStyleCnt="9"/>
      <dgm:spPr/>
    </dgm:pt>
    <dgm:pt modelId="{63C3C4EB-3CB2-4A79-B2CD-FCED62C0E171}" type="pres">
      <dgm:prSet presAssocID="{81AA4B9F-5FB8-462F-BD98-3303AD8C5593}" presName="connectorText" presStyleLbl="sibTrans1D1" presStyleIdx="1" presStyleCnt="9"/>
      <dgm:spPr/>
    </dgm:pt>
    <dgm:pt modelId="{89B82C0B-4948-411D-94E9-6410E6EDDF89}" type="pres">
      <dgm:prSet presAssocID="{FF2D8986-0585-46E7-804A-9C456E5960AE}" presName="node" presStyleLbl="node1" presStyleIdx="2" presStyleCnt="10">
        <dgm:presLayoutVars>
          <dgm:bulletEnabled val="1"/>
        </dgm:presLayoutVars>
      </dgm:prSet>
      <dgm:spPr/>
    </dgm:pt>
    <dgm:pt modelId="{64345259-7E42-427D-869C-334185B74910}" type="pres">
      <dgm:prSet presAssocID="{17E303B0-64F8-4CDF-9968-6FF5A889B573}" presName="sibTrans" presStyleLbl="sibTrans1D1" presStyleIdx="2" presStyleCnt="9"/>
      <dgm:spPr/>
    </dgm:pt>
    <dgm:pt modelId="{617147E9-CC21-4968-B617-DAC9E93317D2}" type="pres">
      <dgm:prSet presAssocID="{17E303B0-64F8-4CDF-9968-6FF5A889B573}" presName="connectorText" presStyleLbl="sibTrans1D1" presStyleIdx="2" presStyleCnt="9"/>
      <dgm:spPr/>
    </dgm:pt>
    <dgm:pt modelId="{E6F9F5E3-AF2D-4369-AB6E-B10B47A06A96}" type="pres">
      <dgm:prSet presAssocID="{63F54E9C-40EE-42F2-A262-A6A3FE4BC702}" presName="node" presStyleLbl="node1" presStyleIdx="3" presStyleCnt="10">
        <dgm:presLayoutVars>
          <dgm:bulletEnabled val="1"/>
        </dgm:presLayoutVars>
      </dgm:prSet>
      <dgm:spPr/>
    </dgm:pt>
    <dgm:pt modelId="{552533D3-FAD1-4C83-8ACB-2FEDC442F1F5}" type="pres">
      <dgm:prSet presAssocID="{D186FA3A-2930-4812-B957-58FAE8181DDE}" presName="sibTrans" presStyleLbl="sibTrans1D1" presStyleIdx="3" presStyleCnt="9"/>
      <dgm:spPr/>
    </dgm:pt>
    <dgm:pt modelId="{0DA0AFF7-FB9F-45CA-9A32-770640B5CF6D}" type="pres">
      <dgm:prSet presAssocID="{D186FA3A-2930-4812-B957-58FAE8181DDE}" presName="connectorText" presStyleLbl="sibTrans1D1" presStyleIdx="3" presStyleCnt="9"/>
      <dgm:spPr/>
    </dgm:pt>
    <dgm:pt modelId="{18FD977A-E176-498D-A03E-669C0085F22E}" type="pres">
      <dgm:prSet presAssocID="{FD4BDCBD-C945-4907-B62D-7F01B4442D23}" presName="node" presStyleLbl="node1" presStyleIdx="4" presStyleCnt="10">
        <dgm:presLayoutVars>
          <dgm:bulletEnabled val="1"/>
        </dgm:presLayoutVars>
      </dgm:prSet>
      <dgm:spPr/>
    </dgm:pt>
    <dgm:pt modelId="{605FC3B1-7F4E-4FE9-92F5-0979D7B76426}" type="pres">
      <dgm:prSet presAssocID="{935E9045-8FB8-4353-BBD4-4590E9DEBB41}" presName="sibTrans" presStyleLbl="sibTrans1D1" presStyleIdx="4" presStyleCnt="9"/>
      <dgm:spPr/>
    </dgm:pt>
    <dgm:pt modelId="{827F7266-754A-4BFA-89DE-B9322399E8CF}" type="pres">
      <dgm:prSet presAssocID="{935E9045-8FB8-4353-BBD4-4590E9DEBB41}" presName="connectorText" presStyleLbl="sibTrans1D1" presStyleIdx="4" presStyleCnt="9"/>
      <dgm:spPr/>
    </dgm:pt>
    <dgm:pt modelId="{55F52101-B9A9-4899-A461-E7F73C09ECEE}" type="pres">
      <dgm:prSet presAssocID="{A41C5474-63D4-4375-8382-6D94D55C1EE7}" presName="node" presStyleLbl="node1" presStyleIdx="5" presStyleCnt="10">
        <dgm:presLayoutVars>
          <dgm:bulletEnabled val="1"/>
        </dgm:presLayoutVars>
      </dgm:prSet>
      <dgm:spPr/>
    </dgm:pt>
    <dgm:pt modelId="{77F95F04-0332-458B-8E65-161C3B6B4ABA}" type="pres">
      <dgm:prSet presAssocID="{C0D488CC-EE66-4F7E-9240-DF6836863994}" presName="sibTrans" presStyleLbl="sibTrans1D1" presStyleIdx="5" presStyleCnt="9"/>
      <dgm:spPr/>
    </dgm:pt>
    <dgm:pt modelId="{F93ACBF1-ECA4-4F34-9855-68D7D78BFDAD}" type="pres">
      <dgm:prSet presAssocID="{C0D488CC-EE66-4F7E-9240-DF6836863994}" presName="connectorText" presStyleLbl="sibTrans1D1" presStyleIdx="5" presStyleCnt="9"/>
      <dgm:spPr/>
    </dgm:pt>
    <dgm:pt modelId="{9A35DC4B-3D39-46B3-94CA-F336C3850599}" type="pres">
      <dgm:prSet presAssocID="{3545E9A2-A8D6-4F2B-AF8E-50E52FD096F2}" presName="node" presStyleLbl="node1" presStyleIdx="6" presStyleCnt="10">
        <dgm:presLayoutVars>
          <dgm:bulletEnabled val="1"/>
        </dgm:presLayoutVars>
      </dgm:prSet>
      <dgm:spPr/>
    </dgm:pt>
    <dgm:pt modelId="{2847D3D9-4D38-4331-BE16-90028C62D84B}" type="pres">
      <dgm:prSet presAssocID="{D5075EDE-5FB4-4B80-A4FD-26D3AA674DC4}" presName="sibTrans" presStyleLbl="sibTrans1D1" presStyleIdx="6" presStyleCnt="9"/>
      <dgm:spPr/>
    </dgm:pt>
    <dgm:pt modelId="{D4B16102-8F98-489F-8E6B-21D5D509F6BB}" type="pres">
      <dgm:prSet presAssocID="{D5075EDE-5FB4-4B80-A4FD-26D3AA674DC4}" presName="connectorText" presStyleLbl="sibTrans1D1" presStyleIdx="6" presStyleCnt="9"/>
      <dgm:spPr/>
    </dgm:pt>
    <dgm:pt modelId="{54FA0C33-148E-4F49-8417-9F9F8D28CF8D}" type="pres">
      <dgm:prSet presAssocID="{78CF8BDC-763E-4F85-B684-D42AC8F38DBB}" presName="node" presStyleLbl="node1" presStyleIdx="7" presStyleCnt="10">
        <dgm:presLayoutVars>
          <dgm:bulletEnabled val="1"/>
        </dgm:presLayoutVars>
      </dgm:prSet>
      <dgm:spPr/>
    </dgm:pt>
    <dgm:pt modelId="{03E2527F-E467-4C57-A4FE-C568B2D8591B}" type="pres">
      <dgm:prSet presAssocID="{C0E7CA63-0DE5-4DE1-950F-D6D610436C04}" presName="sibTrans" presStyleLbl="sibTrans1D1" presStyleIdx="7" presStyleCnt="9"/>
      <dgm:spPr/>
    </dgm:pt>
    <dgm:pt modelId="{6065925B-A3A1-47AC-AC71-179E83FD2E5E}" type="pres">
      <dgm:prSet presAssocID="{C0E7CA63-0DE5-4DE1-950F-D6D610436C04}" presName="connectorText" presStyleLbl="sibTrans1D1" presStyleIdx="7" presStyleCnt="9"/>
      <dgm:spPr/>
    </dgm:pt>
    <dgm:pt modelId="{53BC3079-A303-4205-B337-6BB5C205A9B1}" type="pres">
      <dgm:prSet presAssocID="{BF0E6564-D208-49CF-86AA-9E394551B17E}" presName="node" presStyleLbl="node1" presStyleIdx="8" presStyleCnt="10">
        <dgm:presLayoutVars>
          <dgm:bulletEnabled val="1"/>
        </dgm:presLayoutVars>
      </dgm:prSet>
      <dgm:spPr/>
    </dgm:pt>
    <dgm:pt modelId="{BD748C86-9DED-4627-93F9-906EBA32BF4C}" type="pres">
      <dgm:prSet presAssocID="{64D0E037-50D9-47EC-B302-2EE9E74B1C42}" presName="sibTrans" presStyleLbl="sibTrans1D1" presStyleIdx="8" presStyleCnt="9"/>
      <dgm:spPr/>
    </dgm:pt>
    <dgm:pt modelId="{98709A74-00E9-409B-9C05-5B4840638863}" type="pres">
      <dgm:prSet presAssocID="{64D0E037-50D9-47EC-B302-2EE9E74B1C42}" presName="connectorText" presStyleLbl="sibTrans1D1" presStyleIdx="8" presStyleCnt="9"/>
      <dgm:spPr/>
    </dgm:pt>
    <dgm:pt modelId="{CF10D386-7F6F-4C8F-8006-2798033824AB}" type="pres">
      <dgm:prSet presAssocID="{46C582FA-BCF6-4270-802C-8D4F6A8207E1}" presName="node" presStyleLbl="node1" presStyleIdx="9" presStyleCnt="10">
        <dgm:presLayoutVars>
          <dgm:bulletEnabled val="1"/>
        </dgm:presLayoutVars>
      </dgm:prSet>
      <dgm:spPr/>
    </dgm:pt>
  </dgm:ptLst>
  <dgm:cxnLst>
    <dgm:cxn modelId="{03075B01-B93B-481C-BCFA-04638AFB9254}" type="presOf" srcId="{81AA4B9F-5FB8-462F-BD98-3303AD8C5593}" destId="{63C3C4EB-3CB2-4A79-B2CD-FCED62C0E171}" srcOrd="1" destOrd="0" presId="urn:microsoft.com/office/officeart/2016/7/layout/RepeatingBendingProcessNew"/>
    <dgm:cxn modelId="{BD590605-F261-4688-9405-ACDAAAB488F3}" type="presOf" srcId="{81AA4B9F-5FB8-462F-BD98-3303AD8C5593}" destId="{1DD8D9DC-D3A7-493E-AB24-DB869BA094CD}" srcOrd="0" destOrd="0" presId="urn:microsoft.com/office/officeart/2016/7/layout/RepeatingBendingProcessNew"/>
    <dgm:cxn modelId="{B9E6B506-6DAD-4D78-B256-5ED0280B8AC7}" type="presOf" srcId="{C0D488CC-EE66-4F7E-9240-DF6836863994}" destId="{77F95F04-0332-458B-8E65-161C3B6B4ABA}" srcOrd="0" destOrd="0" presId="urn:microsoft.com/office/officeart/2016/7/layout/RepeatingBendingProcessNew"/>
    <dgm:cxn modelId="{47270911-4177-45BF-8F01-2410430AF361}" type="presOf" srcId="{BF0E6564-D208-49CF-86AA-9E394551B17E}" destId="{53BC3079-A303-4205-B337-6BB5C205A9B1}" srcOrd="0" destOrd="0" presId="urn:microsoft.com/office/officeart/2016/7/layout/RepeatingBendingProcessNew"/>
    <dgm:cxn modelId="{46A45D18-D1A2-45CE-AED8-393A4F7049DE}" srcId="{18E5C95C-2775-4C3A-AB86-3EB333830175}" destId="{BF0E6564-D208-49CF-86AA-9E394551B17E}" srcOrd="8" destOrd="0" parTransId="{2D2C75D3-18FE-4975-889A-ABAAB8CA467C}" sibTransId="{64D0E037-50D9-47EC-B302-2EE9E74B1C42}"/>
    <dgm:cxn modelId="{77B86D19-9E39-4FE7-A45C-3B16D25FFC3D}" type="presOf" srcId="{D5075EDE-5FB4-4B80-A4FD-26D3AA674DC4}" destId="{2847D3D9-4D38-4331-BE16-90028C62D84B}" srcOrd="0" destOrd="0" presId="urn:microsoft.com/office/officeart/2016/7/layout/RepeatingBendingProcessNew"/>
    <dgm:cxn modelId="{5AB6C21D-0357-40BD-98EC-8B8844ECEDB1}" srcId="{18E5C95C-2775-4C3A-AB86-3EB333830175}" destId="{63F54E9C-40EE-42F2-A262-A6A3FE4BC702}" srcOrd="3" destOrd="0" parTransId="{45D3BC58-85CB-43BB-ADA2-AE98F4DAD1F6}" sibTransId="{D186FA3A-2930-4812-B957-58FAE8181DDE}"/>
    <dgm:cxn modelId="{F1D4BA1E-4D7A-4AE8-AF60-2B07F61F7CD7}" type="presOf" srcId="{64D0E037-50D9-47EC-B302-2EE9E74B1C42}" destId="{98709A74-00E9-409B-9C05-5B4840638863}" srcOrd="1" destOrd="0" presId="urn:microsoft.com/office/officeart/2016/7/layout/RepeatingBendingProcessNew"/>
    <dgm:cxn modelId="{8FC3E320-A0E9-471C-8024-350CD00074DF}" type="presOf" srcId="{C0D488CC-EE66-4F7E-9240-DF6836863994}" destId="{F93ACBF1-ECA4-4F34-9855-68D7D78BFDAD}" srcOrd="1" destOrd="0" presId="urn:microsoft.com/office/officeart/2016/7/layout/RepeatingBendingProcessNew"/>
    <dgm:cxn modelId="{54A42623-50FA-4C0F-9932-11956677DB2C}" type="presOf" srcId="{D186FA3A-2930-4812-B957-58FAE8181DDE}" destId="{0DA0AFF7-FB9F-45CA-9A32-770640B5CF6D}" srcOrd="1" destOrd="0" presId="urn:microsoft.com/office/officeart/2016/7/layout/RepeatingBendingProcessNew"/>
    <dgm:cxn modelId="{93CE7F2A-9A2C-42D2-8111-A8A6EF9B53AA}" type="presOf" srcId="{734EF191-FAD9-4035-A30E-E555077B0737}" destId="{CB215050-B78A-4315-90D6-83A1AC39C04F}" srcOrd="1" destOrd="0" presId="urn:microsoft.com/office/officeart/2016/7/layout/RepeatingBendingProcessNew"/>
    <dgm:cxn modelId="{F37AAD2E-C5DD-427B-8C8C-1404238EAFB7}" type="presOf" srcId="{A73DEBDA-A514-4534-A884-ED079A622293}" destId="{77A5A142-7F03-438B-88BD-2A5FC54E6BE2}" srcOrd="0" destOrd="0" presId="urn:microsoft.com/office/officeart/2016/7/layout/RepeatingBendingProcessNew"/>
    <dgm:cxn modelId="{DCFEA22F-5221-45F4-B0FD-6598459800D8}" type="presOf" srcId="{17E303B0-64F8-4CDF-9968-6FF5A889B573}" destId="{617147E9-CC21-4968-B617-DAC9E93317D2}" srcOrd="1" destOrd="0" presId="urn:microsoft.com/office/officeart/2016/7/layout/RepeatingBendingProcessNew"/>
    <dgm:cxn modelId="{35765D31-8EA4-4E5F-BBA8-921AC8DEEBF9}" type="presOf" srcId="{78CF8BDC-763E-4F85-B684-D42AC8F38DBB}" destId="{54FA0C33-148E-4F49-8417-9F9F8D28CF8D}" srcOrd="0" destOrd="0" presId="urn:microsoft.com/office/officeart/2016/7/layout/RepeatingBendingProcessNew"/>
    <dgm:cxn modelId="{86BEB632-5839-4457-88C6-EFC6541DDD2F}" type="presOf" srcId="{C0E7CA63-0DE5-4DE1-950F-D6D610436C04}" destId="{03E2527F-E467-4C57-A4FE-C568B2D8591B}" srcOrd="0" destOrd="0" presId="urn:microsoft.com/office/officeart/2016/7/layout/RepeatingBendingProcessNew"/>
    <dgm:cxn modelId="{A036AA34-4D9F-4EEE-9B26-33E138BB1320}" type="presOf" srcId="{64D0E037-50D9-47EC-B302-2EE9E74B1C42}" destId="{BD748C86-9DED-4627-93F9-906EBA32BF4C}" srcOrd="0" destOrd="0" presId="urn:microsoft.com/office/officeart/2016/7/layout/RepeatingBendingProcessNew"/>
    <dgm:cxn modelId="{94155643-2FC7-4DC1-9A88-EC9E377A86A4}" type="presOf" srcId="{FF2D8986-0585-46E7-804A-9C456E5960AE}" destId="{89B82C0B-4948-411D-94E9-6410E6EDDF89}" srcOrd="0" destOrd="0" presId="urn:microsoft.com/office/officeart/2016/7/layout/RepeatingBendingProcessNew"/>
    <dgm:cxn modelId="{1DC7A443-2FB5-4ACC-A8F6-5E53D97EE87C}" type="presOf" srcId="{18E5C95C-2775-4C3A-AB86-3EB333830175}" destId="{1030C025-5B15-47BF-A573-E52B159BC865}" srcOrd="0" destOrd="0" presId="urn:microsoft.com/office/officeart/2016/7/layout/RepeatingBendingProcessNew"/>
    <dgm:cxn modelId="{F31C0568-19EF-4FC9-B725-174FA0096E64}" srcId="{18E5C95C-2775-4C3A-AB86-3EB333830175}" destId="{FF2D8986-0585-46E7-804A-9C456E5960AE}" srcOrd="2" destOrd="0" parTransId="{BE405676-8DE7-49F6-80F1-85CB0C8A7640}" sibTransId="{17E303B0-64F8-4CDF-9968-6FF5A889B573}"/>
    <dgm:cxn modelId="{CA35DC73-EFCE-4272-9AE2-2E9C9F9967C9}" srcId="{18E5C95C-2775-4C3A-AB86-3EB333830175}" destId="{A41C5474-63D4-4375-8382-6D94D55C1EE7}" srcOrd="5" destOrd="0" parTransId="{70910016-03DE-4C3F-A4B4-2ABCA03AC15E}" sibTransId="{C0D488CC-EE66-4F7E-9240-DF6836863994}"/>
    <dgm:cxn modelId="{04D18657-3413-4DCB-BE52-8DB09BC75737}" type="presOf" srcId="{D5075EDE-5FB4-4B80-A4FD-26D3AA674DC4}" destId="{D4B16102-8F98-489F-8E6B-21D5D509F6BB}" srcOrd="1" destOrd="0" presId="urn:microsoft.com/office/officeart/2016/7/layout/RepeatingBendingProcessNew"/>
    <dgm:cxn modelId="{0D1DFF80-28B0-43DE-9A00-5F5EBB59FB9F}" type="presOf" srcId="{17E303B0-64F8-4CDF-9968-6FF5A889B573}" destId="{64345259-7E42-427D-869C-334185B74910}" srcOrd="0" destOrd="0" presId="urn:microsoft.com/office/officeart/2016/7/layout/RepeatingBendingProcessNew"/>
    <dgm:cxn modelId="{EECDA787-50C3-417D-BB8C-F202C36E10DC}" srcId="{18E5C95C-2775-4C3A-AB86-3EB333830175}" destId="{78CF8BDC-763E-4F85-B684-D42AC8F38DBB}" srcOrd="7" destOrd="0" parTransId="{C8108629-1E56-47C3-BD20-CEFB8B4C27A3}" sibTransId="{C0E7CA63-0DE5-4DE1-950F-D6D610436C04}"/>
    <dgm:cxn modelId="{173E5F9A-955C-4049-8384-7B1B5277B642}" type="presOf" srcId="{FD4BDCBD-C945-4907-B62D-7F01B4442D23}" destId="{18FD977A-E176-498D-A03E-669C0085F22E}" srcOrd="0" destOrd="0" presId="urn:microsoft.com/office/officeart/2016/7/layout/RepeatingBendingProcessNew"/>
    <dgm:cxn modelId="{050B429D-6CD4-4069-9B55-DDF42B0491D9}" type="presOf" srcId="{46C582FA-BCF6-4270-802C-8D4F6A8207E1}" destId="{CF10D386-7F6F-4C8F-8006-2798033824AB}" srcOrd="0" destOrd="0" presId="urn:microsoft.com/office/officeart/2016/7/layout/RepeatingBendingProcessNew"/>
    <dgm:cxn modelId="{C3832FA2-3D52-4052-9123-6BF0E76D4A8A}" srcId="{18E5C95C-2775-4C3A-AB86-3EB333830175}" destId="{3545E9A2-A8D6-4F2B-AF8E-50E52FD096F2}" srcOrd="6" destOrd="0" parTransId="{1CDF4C06-2D65-4CBA-8043-E10D3725235E}" sibTransId="{D5075EDE-5FB4-4B80-A4FD-26D3AA674DC4}"/>
    <dgm:cxn modelId="{7D23C7A3-3A27-48F2-B6AD-25EC3E2747E6}" type="presOf" srcId="{3545E9A2-A8D6-4F2B-AF8E-50E52FD096F2}" destId="{9A35DC4B-3D39-46B3-94CA-F336C3850599}" srcOrd="0" destOrd="0" presId="urn:microsoft.com/office/officeart/2016/7/layout/RepeatingBendingProcessNew"/>
    <dgm:cxn modelId="{4D2833A4-BBF6-4D93-82FD-8D2DBB7DF7A0}" srcId="{18E5C95C-2775-4C3A-AB86-3EB333830175}" destId="{FD4BDCBD-C945-4907-B62D-7F01B4442D23}" srcOrd="4" destOrd="0" parTransId="{E4C43A95-0389-4973-A713-E9D4798F9217}" sibTransId="{935E9045-8FB8-4353-BBD4-4590E9DEBB41}"/>
    <dgm:cxn modelId="{AF9D8CAE-EF61-4A5D-974C-1891AAEE2030}" srcId="{18E5C95C-2775-4C3A-AB86-3EB333830175}" destId="{46C582FA-BCF6-4270-802C-8D4F6A8207E1}" srcOrd="9" destOrd="0" parTransId="{E651EC32-D736-4B55-8CBC-E32A1AC8BF71}" sibTransId="{A8360E41-9999-4C8E-8F37-18E29DABC961}"/>
    <dgm:cxn modelId="{B75B7CB5-65A9-41B7-A5FD-353C1EA0D095}" type="presOf" srcId="{935E9045-8FB8-4353-BBD4-4590E9DEBB41}" destId="{605FC3B1-7F4E-4FE9-92F5-0979D7B76426}" srcOrd="0" destOrd="0" presId="urn:microsoft.com/office/officeart/2016/7/layout/RepeatingBendingProcessNew"/>
    <dgm:cxn modelId="{715431BA-5061-4B58-AC3F-D1B6F6795E00}" type="presOf" srcId="{C0E7CA63-0DE5-4DE1-950F-D6D610436C04}" destId="{6065925B-A3A1-47AC-AC71-179E83FD2E5E}" srcOrd="1" destOrd="0" presId="urn:microsoft.com/office/officeart/2016/7/layout/RepeatingBendingProcessNew"/>
    <dgm:cxn modelId="{FA651FC6-E84E-404D-8E11-46CBD9F7D8B1}" type="presOf" srcId="{935E9045-8FB8-4353-BBD4-4590E9DEBB41}" destId="{827F7266-754A-4BFA-89DE-B9322399E8CF}" srcOrd="1" destOrd="0" presId="urn:microsoft.com/office/officeart/2016/7/layout/RepeatingBendingProcessNew"/>
    <dgm:cxn modelId="{EB9925D0-CD97-4D4B-9217-E8CC3F6EF060}" srcId="{18E5C95C-2775-4C3A-AB86-3EB333830175}" destId="{1D771423-DB7C-4028-A984-17C42701F820}" srcOrd="1" destOrd="0" parTransId="{3E859B07-B31C-4682-8373-2C719D9D6781}" sibTransId="{81AA4B9F-5FB8-462F-BD98-3303AD8C5593}"/>
    <dgm:cxn modelId="{998647D2-77F2-4A5C-894D-641BCD6EC160}" srcId="{18E5C95C-2775-4C3A-AB86-3EB333830175}" destId="{A73DEBDA-A514-4534-A884-ED079A622293}" srcOrd="0" destOrd="0" parTransId="{73917DA5-542C-4C5A-9DF7-4CC33F4151AD}" sibTransId="{734EF191-FAD9-4035-A30E-E555077B0737}"/>
    <dgm:cxn modelId="{9DFC57D4-1048-4641-974B-10943DD57DC4}" type="presOf" srcId="{D186FA3A-2930-4812-B957-58FAE8181DDE}" destId="{552533D3-FAD1-4C83-8ACB-2FEDC442F1F5}" srcOrd="0" destOrd="0" presId="urn:microsoft.com/office/officeart/2016/7/layout/RepeatingBendingProcessNew"/>
    <dgm:cxn modelId="{610705F1-19C9-4B88-AC1D-9369525213FA}" type="presOf" srcId="{A41C5474-63D4-4375-8382-6D94D55C1EE7}" destId="{55F52101-B9A9-4899-A461-E7F73C09ECEE}" srcOrd="0" destOrd="0" presId="urn:microsoft.com/office/officeart/2016/7/layout/RepeatingBendingProcessNew"/>
    <dgm:cxn modelId="{C542A6F2-DFED-4D85-A21D-715C8FF82336}" type="presOf" srcId="{1D771423-DB7C-4028-A984-17C42701F820}" destId="{D12C5222-2240-4E1E-B2E9-5DA42ABD5B77}" srcOrd="0" destOrd="0" presId="urn:microsoft.com/office/officeart/2016/7/layout/RepeatingBendingProcessNew"/>
    <dgm:cxn modelId="{DCFA46FC-9744-4766-94D3-212E68D7C731}" type="presOf" srcId="{734EF191-FAD9-4035-A30E-E555077B0737}" destId="{2C21782C-0664-4F22-8DB8-0A29EF44F1CD}" srcOrd="0" destOrd="0" presId="urn:microsoft.com/office/officeart/2016/7/layout/RepeatingBendingProcessNew"/>
    <dgm:cxn modelId="{8C298EFD-108D-4555-8822-11F4252A11EE}" type="presOf" srcId="{63F54E9C-40EE-42F2-A262-A6A3FE4BC702}" destId="{E6F9F5E3-AF2D-4369-AB6E-B10B47A06A96}" srcOrd="0" destOrd="0" presId="urn:microsoft.com/office/officeart/2016/7/layout/RepeatingBendingProcessNew"/>
    <dgm:cxn modelId="{5009842A-3851-4C30-BD2F-683ABCABFA24}" type="presParOf" srcId="{1030C025-5B15-47BF-A573-E52B159BC865}" destId="{77A5A142-7F03-438B-88BD-2A5FC54E6BE2}" srcOrd="0" destOrd="0" presId="urn:microsoft.com/office/officeart/2016/7/layout/RepeatingBendingProcessNew"/>
    <dgm:cxn modelId="{C44DB872-6B79-4D2B-A544-2A548411CE5B}" type="presParOf" srcId="{1030C025-5B15-47BF-A573-E52B159BC865}" destId="{2C21782C-0664-4F22-8DB8-0A29EF44F1CD}" srcOrd="1" destOrd="0" presId="urn:microsoft.com/office/officeart/2016/7/layout/RepeatingBendingProcessNew"/>
    <dgm:cxn modelId="{0898D7FF-D356-461F-9ABB-2735A1DCE1C7}" type="presParOf" srcId="{2C21782C-0664-4F22-8DB8-0A29EF44F1CD}" destId="{CB215050-B78A-4315-90D6-83A1AC39C04F}" srcOrd="0" destOrd="0" presId="urn:microsoft.com/office/officeart/2016/7/layout/RepeatingBendingProcessNew"/>
    <dgm:cxn modelId="{F6E5C1A4-6CA8-411F-9A02-7B4B5897E81C}" type="presParOf" srcId="{1030C025-5B15-47BF-A573-E52B159BC865}" destId="{D12C5222-2240-4E1E-B2E9-5DA42ABD5B77}" srcOrd="2" destOrd="0" presId="urn:microsoft.com/office/officeart/2016/7/layout/RepeatingBendingProcessNew"/>
    <dgm:cxn modelId="{1E64E5A0-4BD2-45F0-BE2E-725D41D74953}" type="presParOf" srcId="{1030C025-5B15-47BF-A573-E52B159BC865}" destId="{1DD8D9DC-D3A7-493E-AB24-DB869BA094CD}" srcOrd="3" destOrd="0" presId="urn:microsoft.com/office/officeart/2016/7/layout/RepeatingBendingProcessNew"/>
    <dgm:cxn modelId="{1D9DEDDA-4533-4C5A-8A00-872EA2623465}" type="presParOf" srcId="{1DD8D9DC-D3A7-493E-AB24-DB869BA094CD}" destId="{63C3C4EB-3CB2-4A79-B2CD-FCED62C0E171}" srcOrd="0" destOrd="0" presId="urn:microsoft.com/office/officeart/2016/7/layout/RepeatingBendingProcessNew"/>
    <dgm:cxn modelId="{D61642EE-A775-45DD-843B-D16A702B0DB7}" type="presParOf" srcId="{1030C025-5B15-47BF-A573-E52B159BC865}" destId="{89B82C0B-4948-411D-94E9-6410E6EDDF89}" srcOrd="4" destOrd="0" presId="urn:microsoft.com/office/officeart/2016/7/layout/RepeatingBendingProcessNew"/>
    <dgm:cxn modelId="{8B2C5549-8C91-413A-9522-791465353D53}" type="presParOf" srcId="{1030C025-5B15-47BF-A573-E52B159BC865}" destId="{64345259-7E42-427D-869C-334185B74910}" srcOrd="5" destOrd="0" presId="urn:microsoft.com/office/officeart/2016/7/layout/RepeatingBendingProcessNew"/>
    <dgm:cxn modelId="{244EEEB6-63AB-42AE-9070-BEA55F65911D}" type="presParOf" srcId="{64345259-7E42-427D-869C-334185B74910}" destId="{617147E9-CC21-4968-B617-DAC9E93317D2}" srcOrd="0" destOrd="0" presId="urn:microsoft.com/office/officeart/2016/7/layout/RepeatingBendingProcessNew"/>
    <dgm:cxn modelId="{DC277C9A-946D-461B-ABE8-040491260BE5}" type="presParOf" srcId="{1030C025-5B15-47BF-A573-E52B159BC865}" destId="{E6F9F5E3-AF2D-4369-AB6E-B10B47A06A96}" srcOrd="6" destOrd="0" presId="urn:microsoft.com/office/officeart/2016/7/layout/RepeatingBendingProcessNew"/>
    <dgm:cxn modelId="{8914A8CC-2146-41ED-9E05-C223EFB913E5}" type="presParOf" srcId="{1030C025-5B15-47BF-A573-E52B159BC865}" destId="{552533D3-FAD1-4C83-8ACB-2FEDC442F1F5}" srcOrd="7" destOrd="0" presId="urn:microsoft.com/office/officeart/2016/7/layout/RepeatingBendingProcessNew"/>
    <dgm:cxn modelId="{5E6BE7D0-068E-4274-9E43-E4D0D14BC70D}" type="presParOf" srcId="{552533D3-FAD1-4C83-8ACB-2FEDC442F1F5}" destId="{0DA0AFF7-FB9F-45CA-9A32-770640B5CF6D}" srcOrd="0" destOrd="0" presId="urn:microsoft.com/office/officeart/2016/7/layout/RepeatingBendingProcessNew"/>
    <dgm:cxn modelId="{521AB503-3DCD-4DFE-B83A-4E7F58F052A8}" type="presParOf" srcId="{1030C025-5B15-47BF-A573-E52B159BC865}" destId="{18FD977A-E176-498D-A03E-669C0085F22E}" srcOrd="8" destOrd="0" presId="urn:microsoft.com/office/officeart/2016/7/layout/RepeatingBendingProcessNew"/>
    <dgm:cxn modelId="{38E115D9-2EEA-4CDC-91E0-C758601B19D8}" type="presParOf" srcId="{1030C025-5B15-47BF-A573-E52B159BC865}" destId="{605FC3B1-7F4E-4FE9-92F5-0979D7B76426}" srcOrd="9" destOrd="0" presId="urn:microsoft.com/office/officeart/2016/7/layout/RepeatingBendingProcessNew"/>
    <dgm:cxn modelId="{166B2892-6813-45BE-8866-212C3CAF73B1}" type="presParOf" srcId="{605FC3B1-7F4E-4FE9-92F5-0979D7B76426}" destId="{827F7266-754A-4BFA-89DE-B9322399E8CF}" srcOrd="0" destOrd="0" presId="urn:microsoft.com/office/officeart/2016/7/layout/RepeatingBendingProcessNew"/>
    <dgm:cxn modelId="{C054D306-5BBA-4F94-B112-EFB1A89D8F65}" type="presParOf" srcId="{1030C025-5B15-47BF-A573-E52B159BC865}" destId="{55F52101-B9A9-4899-A461-E7F73C09ECEE}" srcOrd="10" destOrd="0" presId="urn:microsoft.com/office/officeart/2016/7/layout/RepeatingBendingProcessNew"/>
    <dgm:cxn modelId="{8F154A90-9A2C-477D-88B8-FEA0320084A6}" type="presParOf" srcId="{1030C025-5B15-47BF-A573-E52B159BC865}" destId="{77F95F04-0332-458B-8E65-161C3B6B4ABA}" srcOrd="11" destOrd="0" presId="urn:microsoft.com/office/officeart/2016/7/layout/RepeatingBendingProcessNew"/>
    <dgm:cxn modelId="{2CC0F1C9-E1F7-4521-86ED-5D35B72D33E0}" type="presParOf" srcId="{77F95F04-0332-458B-8E65-161C3B6B4ABA}" destId="{F93ACBF1-ECA4-4F34-9855-68D7D78BFDAD}" srcOrd="0" destOrd="0" presId="urn:microsoft.com/office/officeart/2016/7/layout/RepeatingBendingProcessNew"/>
    <dgm:cxn modelId="{31C74566-0B0A-4955-A50B-E94201D61490}" type="presParOf" srcId="{1030C025-5B15-47BF-A573-E52B159BC865}" destId="{9A35DC4B-3D39-46B3-94CA-F336C3850599}" srcOrd="12" destOrd="0" presId="urn:microsoft.com/office/officeart/2016/7/layout/RepeatingBendingProcessNew"/>
    <dgm:cxn modelId="{C26423C2-B244-431D-84E8-B53BF3C07B17}" type="presParOf" srcId="{1030C025-5B15-47BF-A573-E52B159BC865}" destId="{2847D3D9-4D38-4331-BE16-90028C62D84B}" srcOrd="13" destOrd="0" presId="urn:microsoft.com/office/officeart/2016/7/layout/RepeatingBendingProcessNew"/>
    <dgm:cxn modelId="{C1A1CBD4-3142-4DB5-A85E-53249453BAE6}" type="presParOf" srcId="{2847D3D9-4D38-4331-BE16-90028C62D84B}" destId="{D4B16102-8F98-489F-8E6B-21D5D509F6BB}" srcOrd="0" destOrd="0" presId="urn:microsoft.com/office/officeart/2016/7/layout/RepeatingBendingProcessNew"/>
    <dgm:cxn modelId="{B48A17B5-71A4-4A4F-BCAB-AB07A45CD1C2}" type="presParOf" srcId="{1030C025-5B15-47BF-A573-E52B159BC865}" destId="{54FA0C33-148E-4F49-8417-9F9F8D28CF8D}" srcOrd="14" destOrd="0" presId="urn:microsoft.com/office/officeart/2016/7/layout/RepeatingBendingProcessNew"/>
    <dgm:cxn modelId="{DF4F10E8-1B8B-4AA4-A340-83EE618AF11C}" type="presParOf" srcId="{1030C025-5B15-47BF-A573-E52B159BC865}" destId="{03E2527F-E467-4C57-A4FE-C568B2D8591B}" srcOrd="15" destOrd="0" presId="urn:microsoft.com/office/officeart/2016/7/layout/RepeatingBendingProcessNew"/>
    <dgm:cxn modelId="{7F70CD04-8359-4AF2-A180-F7653A0C82FF}" type="presParOf" srcId="{03E2527F-E467-4C57-A4FE-C568B2D8591B}" destId="{6065925B-A3A1-47AC-AC71-179E83FD2E5E}" srcOrd="0" destOrd="0" presId="urn:microsoft.com/office/officeart/2016/7/layout/RepeatingBendingProcessNew"/>
    <dgm:cxn modelId="{99CC4847-9C28-4B8D-8053-CBE83F829DC8}" type="presParOf" srcId="{1030C025-5B15-47BF-A573-E52B159BC865}" destId="{53BC3079-A303-4205-B337-6BB5C205A9B1}" srcOrd="16" destOrd="0" presId="urn:microsoft.com/office/officeart/2016/7/layout/RepeatingBendingProcessNew"/>
    <dgm:cxn modelId="{961BAEA3-6D78-4249-A751-56843EAA537F}" type="presParOf" srcId="{1030C025-5B15-47BF-A573-E52B159BC865}" destId="{BD748C86-9DED-4627-93F9-906EBA32BF4C}" srcOrd="17" destOrd="0" presId="urn:microsoft.com/office/officeart/2016/7/layout/RepeatingBendingProcessNew"/>
    <dgm:cxn modelId="{9C75990E-C229-4731-A883-7766B6C60A03}" type="presParOf" srcId="{BD748C86-9DED-4627-93F9-906EBA32BF4C}" destId="{98709A74-00E9-409B-9C05-5B4840638863}" srcOrd="0" destOrd="0" presId="urn:microsoft.com/office/officeart/2016/7/layout/RepeatingBendingProcessNew"/>
    <dgm:cxn modelId="{8374A72B-970B-4D0A-827D-82FF80500E1C}" type="presParOf" srcId="{1030C025-5B15-47BF-A573-E52B159BC865}" destId="{CF10D386-7F6F-4C8F-8006-2798033824AB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99B0F3-CA2D-44D9-B2A3-4304954DCB90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5682476-908B-42F4-912C-92ACA207BDC2}">
      <dgm:prSet/>
      <dgm:spPr/>
      <dgm:t>
        <a:bodyPr/>
        <a:lstStyle/>
        <a:p>
          <a:r>
            <a:rPr lang="ro-RO" b="0" i="0" baseline="0"/>
            <a:t>Algoritmii metaeuristici oferă soluții bune pentru grafuri mari</a:t>
          </a:r>
          <a:endParaRPr lang="en-US"/>
        </a:p>
      </dgm:t>
    </dgm:pt>
    <dgm:pt modelId="{DAE567B6-20F6-4963-A79B-5BF0AE6B6BD7}" type="parTrans" cxnId="{4189646D-8F58-4437-961E-DDCF8693AA38}">
      <dgm:prSet/>
      <dgm:spPr/>
      <dgm:t>
        <a:bodyPr/>
        <a:lstStyle/>
        <a:p>
          <a:endParaRPr lang="en-US"/>
        </a:p>
      </dgm:t>
    </dgm:pt>
    <dgm:pt modelId="{C6DC7B4E-E903-4292-8724-974F37A69E91}" type="sibTrans" cxnId="{4189646D-8F58-4437-961E-DDCF8693AA38}">
      <dgm:prSet/>
      <dgm:spPr/>
      <dgm:t>
        <a:bodyPr/>
        <a:lstStyle/>
        <a:p>
          <a:endParaRPr lang="en-US"/>
        </a:p>
      </dgm:t>
    </dgm:pt>
    <dgm:pt modelId="{B847F267-F46C-4F8E-8889-0CCB493912E2}">
      <dgm:prSet/>
      <dgm:spPr/>
      <dgm:t>
        <a:bodyPr/>
        <a:lstStyle/>
        <a:p>
          <a:r>
            <a:rPr lang="ro-RO" b="0" i="0" baseline="0"/>
            <a:t>Nu garantează optimul global, dar sunt eficienți</a:t>
          </a:r>
          <a:endParaRPr lang="en-US"/>
        </a:p>
      </dgm:t>
    </dgm:pt>
    <dgm:pt modelId="{1BB745C8-5E10-475F-8B34-E23D9D0FDF98}" type="parTrans" cxnId="{FE01CE93-4446-4773-A03D-1C372FE6F168}">
      <dgm:prSet/>
      <dgm:spPr/>
      <dgm:t>
        <a:bodyPr/>
        <a:lstStyle/>
        <a:p>
          <a:endParaRPr lang="en-US"/>
        </a:p>
      </dgm:t>
    </dgm:pt>
    <dgm:pt modelId="{68266415-F714-47AD-986E-D4D5F9B11321}" type="sibTrans" cxnId="{FE01CE93-4446-4773-A03D-1C372FE6F168}">
      <dgm:prSet/>
      <dgm:spPr/>
      <dgm:t>
        <a:bodyPr/>
        <a:lstStyle/>
        <a:p>
          <a:endParaRPr lang="en-US"/>
        </a:p>
      </dgm:t>
    </dgm:pt>
    <dgm:pt modelId="{23262838-7624-41C7-9D37-E230DE7FDE3A}">
      <dgm:prSet/>
      <dgm:spPr/>
      <dgm:t>
        <a:bodyPr/>
        <a:lstStyle/>
        <a:p>
          <a:r>
            <a:rPr lang="ro-RO" b="0" i="0" baseline="0"/>
            <a:t>Problema medianei este </a:t>
          </a:r>
          <a:r>
            <a:rPr lang="ro-RO" b="1" i="0" baseline="0"/>
            <a:t>NP-hard</a:t>
          </a:r>
          <a:r>
            <a:rPr lang="ro-RO" b="0" i="0" baseline="0"/>
            <a:t> în anumite generalizări</a:t>
          </a:r>
          <a:endParaRPr lang="en-US"/>
        </a:p>
      </dgm:t>
    </dgm:pt>
    <dgm:pt modelId="{D6D8DF6A-FFA5-47DF-8E36-0E96C7D843DF}" type="parTrans" cxnId="{49B14F23-96DE-4AAD-A347-F1642A30F5C4}">
      <dgm:prSet/>
      <dgm:spPr/>
      <dgm:t>
        <a:bodyPr/>
        <a:lstStyle/>
        <a:p>
          <a:endParaRPr lang="en-US"/>
        </a:p>
      </dgm:t>
    </dgm:pt>
    <dgm:pt modelId="{94172673-E41B-4DF9-BFA9-6EE6F110FA62}" type="sibTrans" cxnId="{49B14F23-96DE-4AAD-A347-F1642A30F5C4}">
      <dgm:prSet/>
      <dgm:spPr/>
      <dgm:t>
        <a:bodyPr/>
        <a:lstStyle/>
        <a:p>
          <a:endParaRPr lang="en-US"/>
        </a:p>
      </dgm:t>
    </dgm:pt>
    <dgm:pt modelId="{F98C0ED0-F76C-45D1-A8A2-46ED9C7F84EB}" type="pres">
      <dgm:prSet presAssocID="{A899B0F3-CA2D-44D9-B2A3-4304954DCB90}" presName="diagram" presStyleCnt="0">
        <dgm:presLayoutVars>
          <dgm:dir/>
          <dgm:resizeHandles val="exact"/>
        </dgm:presLayoutVars>
      </dgm:prSet>
      <dgm:spPr/>
    </dgm:pt>
    <dgm:pt modelId="{F9913DE8-E9C9-42CB-9F02-E426A2460C46}" type="pres">
      <dgm:prSet presAssocID="{F5682476-908B-42F4-912C-92ACA207BDC2}" presName="node" presStyleLbl="node1" presStyleIdx="0" presStyleCnt="3">
        <dgm:presLayoutVars>
          <dgm:bulletEnabled val="1"/>
        </dgm:presLayoutVars>
      </dgm:prSet>
      <dgm:spPr/>
    </dgm:pt>
    <dgm:pt modelId="{6A1FB33F-366D-43E6-9B25-8DA6EDBB3FD6}" type="pres">
      <dgm:prSet presAssocID="{C6DC7B4E-E903-4292-8724-974F37A69E91}" presName="sibTrans" presStyleLbl="sibTrans2D1" presStyleIdx="0" presStyleCnt="2"/>
      <dgm:spPr/>
    </dgm:pt>
    <dgm:pt modelId="{109FE4EB-8099-4D4A-8DD5-B39F0F5F9B24}" type="pres">
      <dgm:prSet presAssocID="{C6DC7B4E-E903-4292-8724-974F37A69E91}" presName="connectorText" presStyleLbl="sibTrans2D1" presStyleIdx="0" presStyleCnt="2"/>
      <dgm:spPr/>
    </dgm:pt>
    <dgm:pt modelId="{E89A6F56-417D-41C8-9356-8E32BDE79F35}" type="pres">
      <dgm:prSet presAssocID="{B847F267-F46C-4F8E-8889-0CCB493912E2}" presName="node" presStyleLbl="node1" presStyleIdx="1" presStyleCnt="3">
        <dgm:presLayoutVars>
          <dgm:bulletEnabled val="1"/>
        </dgm:presLayoutVars>
      </dgm:prSet>
      <dgm:spPr/>
    </dgm:pt>
    <dgm:pt modelId="{5B347267-BD59-46C7-B48F-80C3F63A65FC}" type="pres">
      <dgm:prSet presAssocID="{68266415-F714-47AD-986E-D4D5F9B11321}" presName="sibTrans" presStyleLbl="sibTrans2D1" presStyleIdx="1" presStyleCnt="2"/>
      <dgm:spPr/>
    </dgm:pt>
    <dgm:pt modelId="{00D7718C-7537-4828-ACE0-8F4705F3752C}" type="pres">
      <dgm:prSet presAssocID="{68266415-F714-47AD-986E-D4D5F9B11321}" presName="connectorText" presStyleLbl="sibTrans2D1" presStyleIdx="1" presStyleCnt="2"/>
      <dgm:spPr/>
    </dgm:pt>
    <dgm:pt modelId="{83534049-7420-489C-8F4E-6C243E6B48C0}" type="pres">
      <dgm:prSet presAssocID="{23262838-7624-41C7-9D37-E230DE7FDE3A}" presName="node" presStyleLbl="node1" presStyleIdx="2" presStyleCnt="3">
        <dgm:presLayoutVars>
          <dgm:bulletEnabled val="1"/>
        </dgm:presLayoutVars>
      </dgm:prSet>
      <dgm:spPr/>
    </dgm:pt>
  </dgm:ptLst>
  <dgm:cxnLst>
    <dgm:cxn modelId="{FD4C4F16-47D8-4108-9D8D-9A9D57AC10FE}" type="presOf" srcId="{B847F267-F46C-4F8E-8889-0CCB493912E2}" destId="{E89A6F56-417D-41C8-9356-8E32BDE79F35}" srcOrd="0" destOrd="0" presId="urn:microsoft.com/office/officeart/2005/8/layout/process5"/>
    <dgm:cxn modelId="{0F4BF316-8A36-4EAA-A6FA-5D6CF8E6F6D5}" type="presOf" srcId="{23262838-7624-41C7-9D37-E230DE7FDE3A}" destId="{83534049-7420-489C-8F4E-6C243E6B48C0}" srcOrd="0" destOrd="0" presId="urn:microsoft.com/office/officeart/2005/8/layout/process5"/>
    <dgm:cxn modelId="{49B14F23-96DE-4AAD-A347-F1642A30F5C4}" srcId="{A899B0F3-CA2D-44D9-B2A3-4304954DCB90}" destId="{23262838-7624-41C7-9D37-E230DE7FDE3A}" srcOrd="2" destOrd="0" parTransId="{D6D8DF6A-FFA5-47DF-8E36-0E96C7D843DF}" sibTransId="{94172673-E41B-4DF9-BFA9-6EE6F110FA62}"/>
    <dgm:cxn modelId="{F2CAAF40-7B76-4834-9863-83A36715A6C2}" type="presOf" srcId="{68266415-F714-47AD-986E-D4D5F9B11321}" destId="{5B347267-BD59-46C7-B48F-80C3F63A65FC}" srcOrd="0" destOrd="0" presId="urn:microsoft.com/office/officeart/2005/8/layout/process5"/>
    <dgm:cxn modelId="{4189646D-8F58-4437-961E-DDCF8693AA38}" srcId="{A899B0F3-CA2D-44D9-B2A3-4304954DCB90}" destId="{F5682476-908B-42F4-912C-92ACA207BDC2}" srcOrd="0" destOrd="0" parTransId="{DAE567B6-20F6-4963-A79B-5BF0AE6B6BD7}" sibTransId="{C6DC7B4E-E903-4292-8724-974F37A69E91}"/>
    <dgm:cxn modelId="{2D229C4D-B567-481A-B8FC-11DFAE5CE96E}" type="presOf" srcId="{68266415-F714-47AD-986E-D4D5F9B11321}" destId="{00D7718C-7537-4828-ACE0-8F4705F3752C}" srcOrd="1" destOrd="0" presId="urn:microsoft.com/office/officeart/2005/8/layout/process5"/>
    <dgm:cxn modelId="{FE01CE93-4446-4773-A03D-1C372FE6F168}" srcId="{A899B0F3-CA2D-44D9-B2A3-4304954DCB90}" destId="{B847F267-F46C-4F8E-8889-0CCB493912E2}" srcOrd="1" destOrd="0" parTransId="{1BB745C8-5E10-475F-8B34-E23D9D0FDF98}" sibTransId="{68266415-F714-47AD-986E-D4D5F9B11321}"/>
    <dgm:cxn modelId="{F60B8EB2-BA4B-4061-9C98-21E73F94365F}" type="presOf" srcId="{C6DC7B4E-E903-4292-8724-974F37A69E91}" destId="{6A1FB33F-366D-43E6-9B25-8DA6EDBB3FD6}" srcOrd="0" destOrd="0" presId="urn:microsoft.com/office/officeart/2005/8/layout/process5"/>
    <dgm:cxn modelId="{CC923AC0-2977-4609-BC5A-190D0C71EF00}" type="presOf" srcId="{F5682476-908B-42F4-912C-92ACA207BDC2}" destId="{F9913DE8-E9C9-42CB-9F02-E426A2460C46}" srcOrd="0" destOrd="0" presId="urn:microsoft.com/office/officeart/2005/8/layout/process5"/>
    <dgm:cxn modelId="{CCA043C1-0815-4B41-B485-BDE2910040A5}" type="presOf" srcId="{A899B0F3-CA2D-44D9-B2A3-4304954DCB90}" destId="{F98C0ED0-F76C-45D1-A8A2-46ED9C7F84EB}" srcOrd="0" destOrd="0" presId="urn:microsoft.com/office/officeart/2005/8/layout/process5"/>
    <dgm:cxn modelId="{1B4669EE-1F10-42A1-BE9A-A5884435C6A7}" type="presOf" srcId="{C6DC7B4E-E903-4292-8724-974F37A69E91}" destId="{109FE4EB-8099-4D4A-8DD5-B39F0F5F9B24}" srcOrd="1" destOrd="0" presId="urn:microsoft.com/office/officeart/2005/8/layout/process5"/>
    <dgm:cxn modelId="{A115ACEF-A376-4C7B-B903-EB397F609FA4}" type="presParOf" srcId="{F98C0ED0-F76C-45D1-A8A2-46ED9C7F84EB}" destId="{F9913DE8-E9C9-42CB-9F02-E426A2460C46}" srcOrd="0" destOrd="0" presId="urn:microsoft.com/office/officeart/2005/8/layout/process5"/>
    <dgm:cxn modelId="{DAC74E9F-2739-4E67-B1E7-E3B16AE1E663}" type="presParOf" srcId="{F98C0ED0-F76C-45D1-A8A2-46ED9C7F84EB}" destId="{6A1FB33F-366D-43E6-9B25-8DA6EDBB3FD6}" srcOrd="1" destOrd="0" presId="urn:microsoft.com/office/officeart/2005/8/layout/process5"/>
    <dgm:cxn modelId="{8EDF0933-3987-4687-895B-0E35C97E3C70}" type="presParOf" srcId="{6A1FB33F-366D-43E6-9B25-8DA6EDBB3FD6}" destId="{109FE4EB-8099-4D4A-8DD5-B39F0F5F9B24}" srcOrd="0" destOrd="0" presId="urn:microsoft.com/office/officeart/2005/8/layout/process5"/>
    <dgm:cxn modelId="{FE8BBB35-AB37-4586-A4DE-1A93FE5A3439}" type="presParOf" srcId="{F98C0ED0-F76C-45D1-A8A2-46ED9C7F84EB}" destId="{E89A6F56-417D-41C8-9356-8E32BDE79F35}" srcOrd="2" destOrd="0" presId="urn:microsoft.com/office/officeart/2005/8/layout/process5"/>
    <dgm:cxn modelId="{0ED3601B-8DDF-4F78-A38C-5A1EECA6E14B}" type="presParOf" srcId="{F98C0ED0-F76C-45D1-A8A2-46ED9C7F84EB}" destId="{5B347267-BD59-46C7-B48F-80C3F63A65FC}" srcOrd="3" destOrd="0" presId="urn:microsoft.com/office/officeart/2005/8/layout/process5"/>
    <dgm:cxn modelId="{1FC9CF66-2BB6-4A6A-ABCE-E37C41504850}" type="presParOf" srcId="{5B347267-BD59-46C7-B48F-80C3F63A65FC}" destId="{00D7718C-7537-4828-ACE0-8F4705F3752C}" srcOrd="0" destOrd="0" presId="urn:microsoft.com/office/officeart/2005/8/layout/process5"/>
    <dgm:cxn modelId="{F7F89924-AAC9-4933-A7B0-5F7B7EA5BBF0}" type="presParOf" srcId="{F98C0ED0-F76C-45D1-A8A2-46ED9C7F84EB}" destId="{83534049-7420-489C-8F4E-6C243E6B48C0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1782C-0664-4F22-8DB8-0A29EF44F1CD}">
      <dsp:nvSpPr>
        <dsp:cNvPr id="0" name=""/>
        <dsp:cNvSpPr/>
      </dsp:nvSpPr>
      <dsp:spPr>
        <a:xfrm>
          <a:off x="1640758" y="619812"/>
          <a:ext cx="3461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1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4433" y="663648"/>
        <a:ext cx="18839" cy="3767"/>
      </dsp:txXfrm>
    </dsp:sp>
    <dsp:sp modelId="{77A5A142-7F03-438B-88BD-2A5FC54E6BE2}">
      <dsp:nvSpPr>
        <dsp:cNvPr id="0" name=""/>
        <dsp:cNvSpPr/>
      </dsp:nvSpPr>
      <dsp:spPr>
        <a:xfrm>
          <a:off x="4351" y="174070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Problema: determinarea poziției optime a unei facilități într-un plan 2D</a:t>
          </a:r>
          <a:endParaRPr lang="en-US" sz="1200" kern="1200"/>
        </a:p>
      </dsp:txBody>
      <dsp:txXfrm>
        <a:off x="4351" y="174070"/>
        <a:ext cx="1638206" cy="982924"/>
      </dsp:txXfrm>
    </dsp:sp>
    <dsp:sp modelId="{1DD8D9DC-D3A7-493E-AB24-DB869BA094CD}">
      <dsp:nvSpPr>
        <dsp:cNvPr id="0" name=""/>
        <dsp:cNvSpPr/>
      </dsp:nvSpPr>
      <dsp:spPr>
        <a:xfrm>
          <a:off x="3655753" y="619812"/>
          <a:ext cx="3461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1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9427" y="663648"/>
        <a:ext cx="18839" cy="3767"/>
      </dsp:txXfrm>
    </dsp:sp>
    <dsp:sp modelId="{D12C5222-2240-4E1E-B2E9-5DA42ABD5B77}">
      <dsp:nvSpPr>
        <dsp:cNvPr id="0" name=""/>
        <dsp:cNvSpPr/>
      </dsp:nvSpPr>
      <dsp:spPr>
        <a:xfrm>
          <a:off x="2019346" y="174070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Date de intrare:</a:t>
          </a:r>
          <a:endParaRPr lang="en-US" sz="1200" kern="1200"/>
        </a:p>
      </dsp:txBody>
      <dsp:txXfrm>
        <a:off x="2019346" y="174070"/>
        <a:ext cx="1638206" cy="982924"/>
      </dsp:txXfrm>
    </dsp:sp>
    <dsp:sp modelId="{64345259-7E42-427D-869C-334185B74910}">
      <dsp:nvSpPr>
        <dsp:cNvPr id="0" name=""/>
        <dsp:cNvSpPr/>
      </dsp:nvSpPr>
      <dsp:spPr>
        <a:xfrm>
          <a:off x="823455" y="1155194"/>
          <a:ext cx="4029989" cy="346187"/>
        </a:xfrm>
        <a:custGeom>
          <a:avLst/>
          <a:gdLst/>
          <a:ahLst/>
          <a:cxnLst/>
          <a:rect l="0" t="0" r="0" b="0"/>
          <a:pathLst>
            <a:path>
              <a:moveTo>
                <a:pt x="4029989" y="0"/>
              </a:moveTo>
              <a:lnTo>
                <a:pt x="4029989" y="190193"/>
              </a:lnTo>
              <a:lnTo>
                <a:pt x="0" y="190193"/>
              </a:lnTo>
              <a:lnTo>
                <a:pt x="0" y="34618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37260" y="1326404"/>
        <a:ext cx="202378" cy="3767"/>
      </dsp:txXfrm>
    </dsp:sp>
    <dsp:sp modelId="{89B82C0B-4948-411D-94E9-6410E6EDDF89}">
      <dsp:nvSpPr>
        <dsp:cNvPr id="0" name=""/>
        <dsp:cNvSpPr/>
      </dsp:nvSpPr>
      <dsp:spPr>
        <a:xfrm>
          <a:off x="4034341" y="174070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un set de puncte fixe (clienți / cerere)</a:t>
          </a:r>
          <a:endParaRPr lang="en-US" sz="1200" kern="1200"/>
        </a:p>
      </dsp:txBody>
      <dsp:txXfrm>
        <a:off x="4034341" y="174070"/>
        <a:ext cx="1638206" cy="982924"/>
      </dsp:txXfrm>
    </dsp:sp>
    <dsp:sp modelId="{552533D3-FAD1-4C83-8ACB-2FEDC442F1F5}">
      <dsp:nvSpPr>
        <dsp:cNvPr id="0" name=""/>
        <dsp:cNvSpPr/>
      </dsp:nvSpPr>
      <dsp:spPr>
        <a:xfrm>
          <a:off x="1640758" y="1979524"/>
          <a:ext cx="3461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1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4433" y="2023360"/>
        <a:ext cx="18839" cy="3767"/>
      </dsp:txXfrm>
    </dsp:sp>
    <dsp:sp modelId="{E6F9F5E3-AF2D-4369-AB6E-B10B47A06A96}">
      <dsp:nvSpPr>
        <dsp:cNvPr id="0" name=""/>
        <dsp:cNvSpPr/>
      </dsp:nvSpPr>
      <dsp:spPr>
        <a:xfrm>
          <a:off x="4351" y="1533782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1" i="0" kern="1200" baseline="0"/>
            <a:t>Reprezentarea individului:</a:t>
          </a:r>
          <a:endParaRPr lang="en-US" sz="1200" kern="1200"/>
        </a:p>
      </dsp:txBody>
      <dsp:txXfrm>
        <a:off x="4351" y="1533782"/>
        <a:ext cx="1638206" cy="982924"/>
      </dsp:txXfrm>
    </dsp:sp>
    <dsp:sp modelId="{605FC3B1-7F4E-4FE9-92F5-0979D7B76426}">
      <dsp:nvSpPr>
        <dsp:cNvPr id="0" name=""/>
        <dsp:cNvSpPr/>
      </dsp:nvSpPr>
      <dsp:spPr>
        <a:xfrm>
          <a:off x="3655753" y="1979524"/>
          <a:ext cx="3461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1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9427" y="2023360"/>
        <a:ext cx="18839" cy="3767"/>
      </dsp:txXfrm>
    </dsp:sp>
    <dsp:sp modelId="{18FD977A-E176-498D-A03E-669C0085F22E}">
      <dsp:nvSpPr>
        <dsp:cNvPr id="0" name=""/>
        <dsp:cNvSpPr/>
      </dsp:nvSpPr>
      <dsp:spPr>
        <a:xfrm>
          <a:off x="2019346" y="1533782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un individ este un punct din plan:</a:t>
          </a:r>
          <a:endParaRPr lang="en-US" sz="1200" kern="1200"/>
        </a:p>
      </dsp:txBody>
      <dsp:txXfrm>
        <a:off x="2019346" y="1533782"/>
        <a:ext cx="1638206" cy="982924"/>
      </dsp:txXfrm>
    </dsp:sp>
    <dsp:sp modelId="{77F95F04-0332-458B-8E65-161C3B6B4ABA}">
      <dsp:nvSpPr>
        <dsp:cNvPr id="0" name=""/>
        <dsp:cNvSpPr/>
      </dsp:nvSpPr>
      <dsp:spPr>
        <a:xfrm>
          <a:off x="823455" y="2514906"/>
          <a:ext cx="4029989" cy="346187"/>
        </a:xfrm>
        <a:custGeom>
          <a:avLst/>
          <a:gdLst/>
          <a:ahLst/>
          <a:cxnLst/>
          <a:rect l="0" t="0" r="0" b="0"/>
          <a:pathLst>
            <a:path>
              <a:moveTo>
                <a:pt x="4029989" y="0"/>
              </a:moveTo>
              <a:lnTo>
                <a:pt x="4029989" y="190193"/>
              </a:lnTo>
              <a:lnTo>
                <a:pt x="0" y="190193"/>
              </a:lnTo>
              <a:lnTo>
                <a:pt x="0" y="34618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37260" y="2686116"/>
        <a:ext cx="202378" cy="3767"/>
      </dsp:txXfrm>
    </dsp:sp>
    <dsp:sp modelId="{55F52101-B9A9-4899-A461-E7F73C09ECEE}">
      <dsp:nvSpPr>
        <dsp:cNvPr id="0" name=""/>
        <dsp:cNvSpPr/>
      </dsp:nvSpPr>
      <dsp:spPr>
        <a:xfrm>
          <a:off x="4034341" y="1533782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 dirty="0"/>
            <a:t>p=(x,y) </a:t>
          </a:r>
          <a:endParaRPr lang="en-US" sz="1200" kern="1200" dirty="0"/>
        </a:p>
      </dsp:txBody>
      <dsp:txXfrm>
        <a:off x="4034341" y="1533782"/>
        <a:ext cx="1638206" cy="982924"/>
      </dsp:txXfrm>
    </dsp:sp>
    <dsp:sp modelId="{2847D3D9-4D38-4331-BE16-90028C62D84B}">
      <dsp:nvSpPr>
        <dsp:cNvPr id="0" name=""/>
        <dsp:cNvSpPr/>
      </dsp:nvSpPr>
      <dsp:spPr>
        <a:xfrm>
          <a:off x="1640758" y="3339235"/>
          <a:ext cx="3461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1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4433" y="3383071"/>
        <a:ext cx="18839" cy="3767"/>
      </dsp:txXfrm>
    </dsp:sp>
    <dsp:sp modelId="{9A35DC4B-3D39-46B3-94CA-F336C3850599}">
      <dsp:nvSpPr>
        <dsp:cNvPr id="0" name=""/>
        <dsp:cNvSpPr/>
      </dsp:nvSpPr>
      <dsp:spPr>
        <a:xfrm>
          <a:off x="4351" y="2893493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coordonatele sunt valori reale (problemă continuă)</a:t>
          </a:r>
          <a:endParaRPr lang="en-US" sz="1200" kern="1200"/>
        </a:p>
      </dsp:txBody>
      <dsp:txXfrm>
        <a:off x="4351" y="2893493"/>
        <a:ext cx="1638206" cy="982924"/>
      </dsp:txXfrm>
    </dsp:sp>
    <dsp:sp modelId="{03E2527F-E467-4C57-A4FE-C568B2D8591B}">
      <dsp:nvSpPr>
        <dsp:cNvPr id="0" name=""/>
        <dsp:cNvSpPr/>
      </dsp:nvSpPr>
      <dsp:spPr>
        <a:xfrm>
          <a:off x="3655753" y="3339235"/>
          <a:ext cx="3461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1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9427" y="3383071"/>
        <a:ext cx="18839" cy="3767"/>
      </dsp:txXfrm>
    </dsp:sp>
    <dsp:sp modelId="{54FA0C33-148E-4F49-8417-9F9F8D28CF8D}">
      <dsp:nvSpPr>
        <dsp:cNvPr id="0" name=""/>
        <dsp:cNvSpPr/>
      </dsp:nvSpPr>
      <dsp:spPr>
        <a:xfrm>
          <a:off x="2019346" y="2893493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Populația inițială:</a:t>
          </a:r>
          <a:endParaRPr lang="en-US" sz="1200" kern="1200"/>
        </a:p>
      </dsp:txBody>
      <dsp:txXfrm>
        <a:off x="2019346" y="2893493"/>
        <a:ext cx="1638206" cy="982924"/>
      </dsp:txXfrm>
    </dsp:sp>
    <dsp:sp modelId="{BD748C86-9DED-4627-93F9-906EBA32BF4C}">
      <dsp:nvSpPr>
        <dsp:cNvPr id="0" name=""/>
        <dsp:cNvSpPr/>
      </dsp:nvSpPr>
      <dsp:spPr>
        <a:xfrm>
          <a:off x="823455" y="3874617"/>
          <a:ext cx="4029989" cy="346187"/>
        </a:xfrm>
        <a:custGeom>
          <a:avLst/>
          <a:gdLst/>
          <a:ahLst/>
          <a:cxnLst/>
          <a:rect l="0" t="0" r="0" b="0"/>
          <a:pathLst>
            <a:path>
              <a:moveTo>
                <a:pt x="4029989" y="0"/>
              </a:moveTo>
              <a:lnTo>
                <a:pt x="4029989" y="190193"/>
              </a:lnTo>
              <a:lnTo>
                <a:pt x="0" y="190193"/>
              </a:lnTo>
              <a:lnTo>
                <a:pt x="0" y="34618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37260" y="4045827"/>
        <a:ext cx="202378" cy="3767"/>
      </dsp:txXfrm>
    </dsp:sp>
    <dsp:sp modelId="{53BC3079-A303-4205-B337-6BB5C205A9B1}">
      <dsp:nvSpPr>
        <dsp:cNvPr id="0" name=""/>
        <dsp:cNvSpPr/>
      </dsp:nvSpPr>
      <dsp:spPr>
        <a:xfrm>
          <a:off x="4034341" y="2893493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/>
            <a:t>puncte generate aleator în interiorul domeniului definit de date</a:t>
          </a:r>
          <a:endParaRPr lang="en-US" sz="1200" kern="1200"/>
        </a:p>
      </dsp:txBody>
      <dsp:txXfrm>
        <a:off x="4034341" y="2893493"/>
        <a:ext cx="1638206" cy="982924"/>
      </dsp:txXfrm>
    </dsp:sp>
    <dsp:sp modelId="{CF10D386-7F6F-4C8F-8006-2798033824AB}">
      <dsp:nvSpPr>
        <dsp:cNvPr id="0" name=""/>
        <dsp:cNvSpPr/>
      </dsp:nvSpPr>
      <dsp:spPr>
        <a:xfrm>
          <a:off x="4351" y="4253205"/>
          <a:ext cx="1638206" cy="9829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74" tIns="84261" rIns="80274" bIns="8426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0" i="0" kern="1200" baseline="0" dirty="0"/>
            <a:t>Fiecare individ reprezintă o posibilă locație </a:t>
          </a:r>
          <a:endParaRPr lang="en-US" sz="1200" kern="1200" dirty="0"/>
        </a:p>
      </dsp:txBody>
      <dsp:txXfrm>
        <a:off x="4351" y="4253205"/>
        <a:ext cx="1638206" cy="982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13DE8-E9C9-42CB-9F02-E426A2460C46}">
      <dsp:nvSpPr>
        <dsp:cNvPr id="0" name=""/>
        <dsp:cNvSpPr/>
      </dsp:nvSpPr>
      <dsp:spPr>
        <a:xfrm>
          <a:off x="1108" y="813539"/>
          <a:ext cx="2364451" cy="14186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0" i="0" kern="1200" baseline="0"/>
            <a:t>Algoritmii metaeuristici oferă soluții bune pentru grafuri mari</a:t>
          </a:r>
          <a:endParaRPr lang="en-US" sz="2000" kern="1200"/>
        </a:p>
      </dsp:txBody>
      <dsp:txXfrm>
        <a:off x="42659" y="855090"/>
        <a:ext cx="2281349" cy="1335568"/>
      </dsp:txXfrm>
    </dsp:sp>
    <dsp:sp modelId="{6A1FB33F-366D-43E6-9B25-8DA6EDBB3FD6}">
      <dsp:nvSpPr>
        <dsp:cNvPr id="0" name=""/>
        <dsp:cNvSpPr/>
      </dsp:nvSpPr>
      <dsp:spPr>
        <a:xfrm>
          <a:off x="2573631" y="1229682"/>
          <a:ext cx="501263" cy="586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573631" y="1346959"/>
        <a:ext cx="350884" cy="351829"/>
      </dsp:txXfrm>
    </dsp:sp>
    <dsp:sp modelId="{E89A6F56-417D-41C8-9356-8E32BDE79F35}">
      <dsp:nvSpPr>
        <dsp:cNvPr id="0" name=""/>
        <dsp:cNvSpPr/>
      </dsp:nvSpPr>
      <dsp:spPr>
        <a:xfrm>
          <a:off x="3311340" y="813539"/>
          <a:ext cx="2364451" cy="1418670"/>
        </a:xfrm>
        <a:prstGeom prst="roundRect">
          <a:avLst>
            <a:gd name="adj" fmla="val 10000"/>
          </a:avLst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0" i="0" kern="1200" baseline="0"/>
            <a:t>Nu garantează optimul global, dar sunt eficienți</a:t>
          </a:r>
          <a:endParaRPr lang="en-US" sz="2000" kern="1200"/>
        </a:p>
      </dsp:txBody>
      <dsp:txXfrm>
        <a:off x="3352891" y="855090"/>
        <a:ext cx="2281349" cy="1335568"/>
      </dsp:txXfrm>
    </dsp:sp>
    <dsp:sp modelId="{5B347267-BD59-46C7-B48F-80C3F63A65FC}">
      <dsp:nvSpPr>
        <dsp:cNvPr id="0" name=""/>
        <dsp:cNvSpPr/>
      </dsp:nvSpPr>
      <dsp:spPr>
        <a:xfrm rot="5400000">
          <a:off x="4242933" y="2397721"/>
          <a:ext cx="501263" cy="586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4317651" y="2440281"/>
        <a:ext cx="351829" cy="350884"/>
      </dsp:txXfrm>
    </dsp:sp>
    <dsp:sp modelId="{83534049-7420-489C-8F4E-6C243E6B48C0}">
      <dsp:nvSpPr>
        <dsp:cNvPr id="0" name=""/>
        <dsp:cNvSpPr/>
      </dsp:nvSpPr>
      <dsp:spPr>
        <a:xfrm>
          <a:off x="3311340" y="3177990"/>
          <a:ext cx="2364451" cy="1418670"/>
        </a:xfrm>
        <a:prstGeom prst="roundRect">
          <a:avLst>
            <a:gd name="adj" fmla="val 10000"/>
          </a:avLst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0" i="0" kern="1200" baseline="0"/>
            <a:t>Problema medianei este </a:t>
          </a:r>
          <a:r>
            <a:rPr lang="ro-RO" sz="2000" b="1" i="0" kern="1200" baseline="0"/>
            <a:t>NP-hard</a:t>
          </a:r>
          <a:r>
            <a:rPr lang="ro-RO" sz="2000" b="0" i="0" kern="1200" baseline="0"/>
            <a:t> în anumite generalizări</a:t>
          </a:r>
          <a:endParaRPr lang="en-US" sz="2000" kern="1200"/>
        </a:p>
      </dsp:txBody>
      <dsp:txXfrm>
        <a:off x="3352891" y="3219541"/>
        <a:ext cx="2281349" cy="1335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4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8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3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0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8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4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7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4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7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6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6B3BD-B613-2C35-1455-F02EB4158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6001512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/>
              <a:t>Tema: Problema medianei (Median Problem)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C978411B-8A96-C9C0-2873-206C61E43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88" y="2231136"/>
            <a:ext cx="6001512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În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analiza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planurilor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apare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frecvent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necesitatea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de a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găsi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un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punct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„central”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1" i="0" u="none" strike="noStrike" cap="none" normalizeH="0" baseline="0" dirty="0" err="1">
                <a:ln>
                  <a:noFill/>
                </a:ln>
                <a:effectLst/>
              </a:rPr>
              <a:t>Problema</a:t>
            </a:r>
            <a:r>
              <a:rPr kumimoji="0" lang="en-US" altLang="ro-RO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1" i="0" u="none" strike="noStrike" cap="none" normalizeH="0" baseline="0" dirty="0" err="1">
                <a:ln>
                  <a:noFill/>
                </a:ln>
                <a:effectLst/>
              </a:rPr>
              <a:t>medianei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constă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în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identificarea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punctului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care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minimizează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suma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distanțelor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față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toate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celelalte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puncte</a:t>
            </a:r>
            <a:endParaRPr kumimoji="0" lang="en-US" altLang="ro-RO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1" i="0" u="none" strike="noStrike" cap="none" normalizeH="0" baseline="0" dirty="0">
                <a:ln>
                  <a:noFill/>
                </a:ln>
                <a:effectLst/>
              </a:rPr>
              <a:t>Aplicații: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Rețele de transport 🚆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Rețele de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comunicații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📡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Localizarea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optimă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unui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centru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(spital,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depozit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, server)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Motivație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optimizarea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costurilor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și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timpului</a:t>
            </a:r>
            <a:r>
              <a:rPr kumimoji="0" lang="en-US" altLang="ro-RO" b="0" i="0" u="none" strike="noStrike" cap="none" normalizeH="0" baseline="0" dirty="0">
                <a:ln>
                  <a:noFill/>
                </a:ln>
                <a:effectLst/>
              </a:rPr>
              <a:t> total de </a:t>
            </a:r>
            <a:r>
              <a:rPr kumimoji="0" lang="en-US" altLang="ro-RO" b="0" i="0" u="none" strike="noStrike" cap="none" normalizeH="0" baseline="0" dirty="0" err="1">
                <a:ln>
                  <a:noFill/>
                </a:ln>
                <a:effectLst/>
              </a:rPr>
              <a:t>deplasare</a:t>
            </a:r>
            <a:endParaRPr kumimoji="0" lang="en-US" altLang="ro-RO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86E0E1-A04C-140E-153F-9E252F44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2" r="21921" b="-1"/>
          <a:stretch>
            <a:fillRect/>
          </a:stretch>
        </p:blipFill>
        <p:spPr>
          <a:xfrm>
            <a:off x="7459683" y="731520"/>
            <a:ext cx="3831810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8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3F855-EB04-9B31-C525-C79ECC76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ro-RO" dirty="0"/>
              <a:t>Aspecte teoretice ale problemei</a:t>
            </a:r>
          </a:p>
        </p:txBody>
      </p:sp>
      <p:pic>
        <p:nvPicPr>
          <p:cNvPr id="7" name="Graphic 6" descr="Like">
            <a:extLst>
              <a:ext uri="{FF2B5EF4-FFF2-40B4-BE49-F238E27FC236}">
                <a16:creationId xmlns:a16="http://schemas.microsoft.com/office/drawing/2014/main" id="{928B3E22-203C-D939-A72B-D369C0B65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AA15BC-7C47-967E-14C3-E48DF44728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76418" y="555712"/>
                <a:ext cx="5916168" cy="5614416"/>
              </a:xfrm>
            </p:spPr>
            <p:txBody>
              <a:bodyPr>
                <a:normAutofit/>
              </a:bodyPr>
              <a:lstStyle/>
              <a:p>
                <a:r>
                  <a:rPr lang="ro-RO" dirty="0"/>
                  <a:t>Fie un </a:t>
                </a:r>
                <a:r>
                  <a:rPr lang="en-US" dirty="0"/>
                  <a:t>plan 2D</a:t>
                </a:r>
                <a:endParaRPr lang="ar-AE" dirty="0"/>
              </a:p>
              <a:p>
                <a:r>
                  <a:rPr lang="ro-RO" dirty="0"/>
                  <a:t>Distanța dintre două </a:t>
                </a:r>
                <a:r>
                  <a:rPr lang="en-US" dirty="0" err="1"/>
                  <a:t>puncte</a:t>
                </a:r>
                <a:r>
                  <a:rPr lang="ro-RO" dirty="0"/>
                  <a:t> este definită ca lungimea celui mai scurt drum</a:t>
                </a:r>
              </a:p>
              <a:p>
                <a:r>
                  <a:rPr lang="ro-RO" b="1" dirty="0"/>
                  <a:t>Mediana </a:t>
                </a:r>
                <a:r>
                  <a:rPr lang="en-US" b="1" dirty="0" err="1"/>
                  <a:t>planului</a:t>
                </a:r>
                <a:r>
                  <a:rPr lang="en-US" b="1" dirty="0"/>
                  <a:t> </a:t>
                </a:r>
                <a:r>
                  <a:rPr lang="ro-RO" dirty="0"/>
                  <a:t>este </a:t>
                </a:r>
                <a:r>
                  <a:rPr lang="en-US" dirty="0" err="1"/>
                  <a:t>punctul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ro-RO">
                        <a:latin typeface="Cambria Math" panose="02040503050406030204" pitchFamily="18" charset="0"/>
                      </a:rPr>
                      <m:t>∈</m:t>
                    </m:r>
                    <m:r>
                      <a:rPr lang="ro-RO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/>
                  <a:t>care minimizează: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ro-RO" dirty="0"/>
                  <a:t>Problema este:</a:t>
                </a:r>
              </a:p>
              <a:p>
                <a:pPr lvl="1"/>
                <a:r>
                  <a:rPr lang="ro-RO" dirty="0"/>
                  <a:t>Ușor de rezolvat pentru </a:t>
                </a:r>
                <a:r>
                  <a:rPr lang="en-US" dirty="0" err="1"/>
                  <a:t>planuri</a:t>
                </a:r>
                <a:r>
                  <a:rPr lang="ro-RO" dirty="0"/>
                  <a:t> mici</a:t>
                </a:r>
              </a:p>
              <a:p>
                <a:pPr lvl="1"/>
                <a:r>
                  <a:rPr lang="ro-RO" b="1" dirty="0"/>
                  <a:t>Costisitoare computațional</a:t>
                </a:r>
                <a:r>
                  <a:rPr lang="ro-RO" dirty="0"/>
                  <a:t> pentru </a:t>
                </a:r>
                <a:r>
                  <a:rPr lang="en-US" dirty="0" err="1"/>
                  <a:t>planuri</a:t>
                </a:r>
                <a:r>
                  <a:rPr lang="ro-RO" dirty="0"/>
                  <a:t> mari</a:t>
                </a:r>
              </a:p>
              <a:p>
                <a:r>
                  <a:rPr lang="ro-RO" dirty="0"/>
                  <a:t>Diferă de:</a:t>
                </a:r>
              </a:p>
              <a:p>
                <a:pPr lvl="1"/>
                <a:r>
                  <a:rPr lang="ro-RO" b="1" dirty="0"/>
                  <a:t>Centru</a:t>
                </a:r>
                <a:r>
                  <a:rPr lang="ro-RO" dirty="0"/>
                  <a:t> (minimizează distanța maximă)</a:t>
                </a:r>
              </a:p>
              <a:p>
                <a:pPr marL="0" indent="0">
                  <a:buNone/>
                </a:pPr>
                <a:endParaRPr lang="ro-RO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AA15BC-7C47-967E-14C3-E48DF4472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6418" y="555712"/>
                <a:ext cx="5916168" cy="5614416"/>
              </a:xfrm>
              <a:blipFill>
                <a:blip r:embed="rId4"/>
                <a:stretch>
                  <a:fillRect l="-928" t="-43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92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6CF33-FDA9-F6A7-0F8C-C1BBBFCD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bg1"/>
                </a:solidFill>
              </a:rPr>
              <a:t>Algoritm: Problema Medianei (MEDIAN PROBLEM)</a:t>
            </a:r>
            <a:endParaRPr lang="ro-RO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D060CD2-7F20-670F-221F-F7D16CC1D5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663701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31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FDC7F-0EBD-3B19-BDD8-47CC8C52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pt-BR" dirty="0"/>
              <a:t>Meta-parametri si functia de fitness</a:t>
            </a:r>
            <a:endParaRPr lang="ro-RO" dirty="0"/>
          </a:p>
        </p:txBody>
      </p:sp>
      <p:pic>
        <p:nvPicPr>
          <p:cNvPr id="14" name="Graphic 13" descr="Dumbbell">
            <a:extLst>
              <a:ext uri="{FF2B5EF4-FFF2-40B4-BE49-F238E27FC236}">
                <a16:creationId xmlns:a16="http://schemas.microsoft.com/office/drawing/2014/main" id="{8CCA321A-A689-8AA6-E3E3-189882F35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5602B7-50DB-68BF-42C6-F7C878D6A6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76418" y="555712"/>
                <a:ext cx="5916168" cy="561441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ro-RO" sz="1700" b="1" dirty="0"/>
                  <a:t>Meta-parametri:</a:t>
                </a:r>
                <a:endParaRPr lang="ro-RO" sz="17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dirty="0"/>
                  <a:t>-</a:t>
                </a:r>
                <a:r>
                  <a:rPr lang="ro-RO" sz="1700" dirty="0"/>
                  <a:t>Dimensiunea populației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dirty="0"/>
                  <a:t>-</a:t>
                </a:r>
                <a:r>
                  <a:rPr lang="ro-RO" sz="1700" dirty="0"/>
                  <a:t>Număr de generații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dirty="0"/>
                  <a:t>-</a:t>
                </a:r>
                <a:r>
                  <a:rPr lang="ro-RO" sz="1700" dirty="0"/>
                  <a:t>Rata de mutație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dirty="0"/>
                  <a:t>-</a:t>
                </a:r>
                <a:r>
                  <a:rPr lang="ro-RO" sz="1700" dirty="0"/>
                  <a:t>Metodă de selecție (turneu, elitism)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b="1" dirty="0"/>
                  <a:t>		</a:t>
                </a:r>
                <a:r>
                  <a:rPr lang="ro-RO" sz="1700" b="1" dirty="0"/>
                  <a:t>Funcția de fitness:</a:t>
                </a:r>
                <a:endParaRPr lang="ro-RO" sz="17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7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 sz="17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1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7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 sz="17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1700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ar-AE" sz="17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ar-AE" sz="17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ar-AE" sz="17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o-RO" sz="1700" dirty="0"/>
                  <a:t>Obiectiv: </a:t>
                </a:r>
                <a:r>
                  <a:rPr lang="ro-RO" sz="1700" b="1" dirty="0"/>
                  <a:t>minimizarea fitness-ului</a:t>
                </a:r>
                <a:endParaRPr lang="ro-RO" sz="17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dirty="0" err="1"/>
                  <a:t>Locatia</a:t>
                </a:r>
                <a:r>
                  <a:rPr lang="ro-RO" sz="1700" dirty="0"/>
                  <a:t> cu suma minimă a distanțelor este considerat mediana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o-RO" sz="1700" dirty="0"/>
                  <a:t>Distanțele pot fi calculate folosind: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o-RO" sz="1700" dirty="0"/>
                  <a:t>Dijkstra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o-RO" sz="1700" dirty="0"/>
                  <a:t>Floyd–Warshall</a:t>
                </a:r>
              </a:p>
              <a:p>
                <a:pPr>
                  <a:lnSpc>
                    <a:spcPct val="100000"/>
                  </a:lnSpc>
                </a:pPr>
                <a:endParaRPr lang="ro-RO" sz="17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5602B7-50DB-68BF-42C6-F7C878D6A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6418" y="555712"/>
                <a:ext cx="5916168" cy="5614416"/>
              </a:xfrm>
              <a:blipFill>
                <a:blip r:embed="rId4"/>
                <a:stretch>
                  <a:fillRect l="-722" t="-326" r="-10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36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9FC46-3C39-1885-45B0-3091A166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Rezultate, concluzii și curiozit</a:t>
            </a:r>
            <a:r>
              <a:rPr lang="en-US" dirty="0">
                <a:solidFill>
                  <a:schemeClr val="bg1"/>
                </a:solidFill>
              </a:rPr>
              <a:t>at</a:t>
            </a:r>
            <a:r>
              <a:rPr lang="ro-RO" dirty="0">
                <a:solidFill>
                  <a:schemeClr val="bg1"/>
                </a:solidFill>
              </a:rPr>
              <a:t>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DE8EC29-D8E0-6673-6372-2EA3A0C2A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600750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487390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Calisto MT</vt:lpstr>
      <vt:lpstr>Cambria Math</vt:lpstr>
      <vt:lpstr>Univers Condensed</vt:lpstr>
      <vt:lpstr>ChronicleVTI</vt:lpstr>
      <vt:lpstr>Tema: Problema medianei (Median Problem)</vt:lpstr>
      <vt:lpstr>Aspecte teoretice ale problemei</vt:lpstr>
      <vt:lpstr>Algoritm: Problema Medianei (MEDIAN PROBLEM)</vt:lpstr>
      <vt:lpstr>Meta-parametri si functia de fitness</vt:lpstr>
      <vt:lpstr>Rezultate, concluzii și curiozitati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Andrei Popenciuc</dc:creator>
  <cp:lastModifiedBy>Paul Andrei Popenciuc</cp:lastModifiedBy>
  <cp:revision>1</cp:revision>
  <dcterms:created xsi:type="dcterms:W3CDTF">2026-01-15T16:29:48Z</dcterms:created>
  <dcterms:modified xsi:type="dcterms:W3CDTF">2026-01-15T16:55:26Z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2026-01-15T16:55:04Z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1b7a9935-9036-4b0a-8c6d-b725e78d7f01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